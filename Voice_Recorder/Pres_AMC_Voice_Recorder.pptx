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1" r:id="rId3"/>
    <p:sldId id="276" r:id="rId4"/>
    <p:sldId id="277" r:id="rId5"/>
    <p:sldId id="281" r:id="rId6"/>
    <p:sldId id="283" r:id="rId7"/>
    <p:sldId id="278" r:id="rId8"/>
    <p:sldId id="282" r:id="rId9"/>
    <p:sldId id="280" r:id="rId10"/>
    <p:sldId id="275" r:id="rId11"/>
    <p:sldId id="265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11957E-B290-490D-A428-C1309901F7F1}" v="38" dt="2026-06-16T08:41:33.424"/>
    <p1510:client id="{F17164ED-2B6C-427C-BF5B-C729BD97206F}" v="24" dt="2026-06-15T13:43:51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353" autoAdjust="0"/>
  </p:normalViewPr>
  <p:slideViewPr>
    <p:cSldViewPr snapToGrid="0">
      <p:cViewPr varScale="1">
        <p:scale>
          <a:sx n="68" d="100"/>
          <a:sy n="68" d="100"/>
        </p:scale>
        <p:origin x="12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zier Vilardell Guilhem" userId="4546cbe3-6b77-4c90-91fb-99dde0a4e326" providerId="ADAL" clId="{5190BF95-9AD4-430C-9683-5979C0634027}"/>
    <pc:docChg chg="undo custSel addSld delSld modSld sldOrd">
      <pc:chgData name="Rozier Vilardell Guilhem" userId="4546cbe3-6b77-4c90-91fb-99dde0a4e326" providerId="ADAL" clId="{5190BF95-9AD4-430C-9683-5979C0634027}" dt="2026-06-16T08:46:43.713" v="2027" actId="20577"/>
      <pc:docMkLst>
        <pc:docMk/>
      </pc:docMkLst>
      <pc:sldChg chg="modSp mod modNotesTx">
        <pc:chgData name="Rozier Vilardell Guilhem" userId="4546cbe3-6b77-4c90-91fb-99dde0a4e326" providerId="ADAL" clId="{5190BF95-9AD4-430C-9683-5979C0634027}" dt="2026-06-16T06:42:43.307" v="1251" actId="20577"/>
        <pc:sldMkLst>
          <pc:docMk/>
          <pc:sldMk cId="1859037254" sldId="256"/>
        </pc:sldMkLst>
        <pc:spChg chg="mod">
          <ac:chgData name="Rozier Vilardell Guilhem" userId="4546cbe3-6b77-4c90-91fb-99dde0a4e326" providerId="ADAL" clId="{5190BF95-9AD4-430C-9683-5979C0634027}" dt="2026-06-15T07:53:01.463" v="39" actId="20577"/>
          <ac:spMkLst>
            <pc:docMk/>
            <pc:sldMk cId="1859037254" sldId="256"/>
            <ac:spMk id="2" creationId="{41A9BA0F-C312-A43B-D24B-5E016E10C3F8}"/>
          </ac:spMkLst>
        </pc:spChg>
        <pc:spChg chg="mod">
          <ac:chgData name="Rozier Vilardell Guilhem" userId="4546cbe3-6b77-4c90-91fb-99dde0a4e326" providerId="ADAL" clId="{5190BF95-9AD4-430C-9683-5979C0634027}" dt="2026-06-15T07:53:29.855" v="84" actId="20577"/>
          <ac:spMkLst>
            <pc:docMk/>
            <pc:sldMk cId="1859037254" sldId="256"/>
            <ac:spMk id="3" creationId="{408187D5-C110-7445-07C7-1A519F7CA041}"/>
          </ac:spMkLst>
        </pc:spChg>
        <pc:spChg chg="mod">
          <ac:chgData name="Rozier Vilardell Guilhem" userId="4546cbe3-6b77-4c90-91fb-99dde0a4e326" providerId="ADAL" clId="{5190BF95-9AD4-430C-9683-5979C0634027}" dt="2026-06-15T07:53:42.691" v="87" actId="20577"/>
          <ac:spMkLst>
            <pc:docMk/>
            <pc:sldMk cId="1859037254" sldId="256"/>
            <ac:spMk id="10" creationId="{B72C2202-F4D4-B53A-3329-52022EED5EDF}"/>
          </ac:spMkLst>
        </pc:spChg>
      </pc:sldChg>
      <pc:sldChg chg="addSp delSp modSp del mod modAnim">
        <pc:chgData name="Rozier Vilardell Guilhem" userId="4546cbe3-6b77-4c90-91fb-99dde0a4e326" providerId="ADAL" clId="{5190BF95-9AD4-430C-9683-5979C0634027}" dt="2026-06-15T07:55:07.681" v="125" actId="2696"/>
        <pc:sldMkLst>
          <pc:docMk/>
          <pc:sldMk cId="2297616448" sldId="257"/>
        </pc:sldMkLst>
        <pc:spChg chg="add mod">
          <ac:chgData name="Rozier Vilardell Guilhem" userId="4546cbe3-6b77-4c90-91fb-99dde0a4e326" providerId="ADAL" clId="{5190BF95-9AD4-430C-9683-5979C0634027}" dt="2026-06-15T07:55:04.025" v="124" actId="478"/>
          <ac:spMkLst>
            <pc:docMk/>
            <pc:sldMk cId="2297616448" sldId="257"/>
            <ac:spMk id="3" creationId="{30A4BBCF-90B2-CECD-2299-D3355B297DE7}"/>
          </ac:spMkLst>
        </pc:spChg>
        <pc:spChg chg="del mod">
          <ac:chgData name="Rozier Vilardell Guilhem" userId="4546cbe3-6b77-4c90-91fb-99dde0a4e326" providerId="ADAL" clId="{5190BF95-9AD4-430C-9683-5979C0634027}" dt="2026-06-15T07:55:04.025" v="124" actId="478"/>
          <ac:spMkLst>
            <pc:docMk/>
            <pc:sldMk cId="2297616448" sldId="257"/>
            <ac:spMk id="11" creationId="{6E8E2E17-26DC-120C-A4F5-932CA329253E}"/>
          </ac:spMkLst>
        </pc:spChg>
        <pc:spChg chg="del">
          <ac:chgData name="Rozier Vilardell Guilhem" userId="4546cbe3-6b77-4c90-91fb-99dde0a4e326" providerId="ADAL" clId="{5190BF95-9AD4-430C-9683-5979C0634027}" dt="2026-06-15T07:55:00.218" v="123" actId="478"/>
          <ac:spMkLst>
            <pc:docMk/>
            <pc:sldMk cId="2297616448" sldId="257"/>
            <ac:spMk id="16" creationId="{C4B0581C-6DB3-D143-DE83-C0453CBF9263}"/>
          </ac:spMkLst>
        </pc:spChg>
        <pc:spChg chg="del">
          <ac:chgData name="Rozier Vilardell Guilhem" userId="4546cbe3-6b77-4c90-91fb-99dde0a4e326" providerId="ADAL" clId="{5190BF95-9AD4-430C-9683-5979C0634027}" dt="2026-06-15T07:54:53.804" v="121" actId="478"/>
          <ac:spMkLst>
            <pc:docMk/>
            <pc:sldMk cId="2297616448" sldId="257"/>
            <ac:spMk id="19" creationId="{AD11457B-ED74-56F5-C974-F9CB629CDAAA}"/>
          </ac:spMkLst>
        </pc:spChg>
        <pc:spChg chg="del">
          <ac:chgData name="Rozier Vilardell Guilhem" userId="4546cbe3-6b77-4c90-91fb-99dde0a4e326" providerId="ADAL" clId="{5190BF95-9AD4-430C-9683-5979C0634027}" dt="2026-06-15T07:54:52.175" v="120" actId="478"/>
          <ac:spMkLst>
            <pc:docMk/>
            <pc:sldMk cId="2297616448" sldId="257"/>
            <ac:spMk id="21" creationId="{2EDB7D77-9662-4DE3-1FB6-0BCAC76EE76E}"/>
          </ac:spMkLst>
        </pc:spChg>
        <pc:spChg chg="del">
          <ac:chgData name="Rozier Vilardell Guilhem" userId="4546cbe3-6b77-4c90-91fb-99dde0a4e326" providerId="ADAL" clId="{5190BF95-9AD4-430C-9683-5979C0634027}" dt="2026-06-15T07:54:57.034" v="122" actId="478"/>
          <ac:spMkLst>
            <pc:docMk/>
            <pc:sldMk cId="2297616448" sldId="257"/>
            <ac:spMk id="22" creationId="{731C265E-7C5B-159D-E914-6377AF0E24CF}"/>
          </ac:spMkLst>
        </pc:spChg>
        <pc:picChg chg="del">
          <ac:chgData name="Rozier Vilardell Guilhem" userId="4546cbe3-6b77-4c90-91fb-99dde0a4e326" providerId="ADAL" clId="{5190BF95-9AD4-430C-9683-5979C0634027}" dt="2026-06-15T07:54:50.255" v="119" actId="478"/>
          <ac:picMkLst>
            <pc:docMk/>
            <pc:sldMk cId="2297616448" sldId="257"/>
            <ac:picMk id="12" creationId="{FA8FD1DB-2673-6061-BFD9-EBAC0FF1EEE1}"/>
          </ac:picMkLst>
        </pc:picChg>
      </pc:sldChg>
      <pc:sldChg chg="del">
        <pc:chgData name="Rozier Vilardell Guilhem" userId="4546cbe3-6b77-4c90-91fb-99dde0a4e326" providerId="ADAL" clId="{5190BF95-9AD4-430C-9683-5979C0634027}" dt="2026-06-15T07:53:48.194" v="88" actId="47"/>
        <pc:sldMkLst>
          <pc:docMk/>
          <pc:sldMk cId="3541177980" sldId="258"/>
        </pc:sldMkLst>
      </pc:sldChg>
      <pc:sldChg chg="del">
        <pc:chgData name="Rozier Vilardell Guilhem" userId="4546cbe3-6b77-4c90-91fb-99dde0a4e326" providerId="ADAL" clId="{5190BF95-9AD4-430C-9683-5979C0634027}" dt="2026-06-15T07:53:53.604" v="94" actId="47"/>
        <pc:sldMkLst>
          <pc:docMk/>
          <pc:sldMk cId="850778804" sldId="259"/>
        </pc:sldMkLst>
      </pc:sldChg>
      <pc:sldChg chg="addSp delSp modSp mod modNotesTx">
        <pc:chgData name="Rozier Vilardell Guilhem" userId="4546cbe3-6b77-4c90-91fb-99dde0a4e326" providerId="ADAL" clId="{5190BF95-9AD4-430C-9683-5979C0634027}" dt="2026-06-16T06:42:47.857" v="1252" actId="20577"/>
        <pc:sldMkLst>
          <pc:docMk/>
          <pc:sldMk cId="2914529217" sldId="261"/>
        </pc:sldMkLst>
        <pc:spChg chg="del">
          <ac:chgData name="Rozier Vilardell Guilhem" userId="4546cbe3-6b77-4c90-91fb-99dde0a4e326" providerId="ADAL" clId="{5190BF95-9AD4-430C-9683-5979C0634027}" dt="2026-06-15T08:23:25.213" v="141" actId="478"/>
          <ac:spMkLst>
            <pc:docMk/>
            <pc:sldMk cId="2914529217" sldId="261"/>
            <ac:spMk id="2" creationId="{5C80D263-89D4-388F-90E3-2A5FC5471D25}"/>
          </ac:spMkLst>
        </pc:spChg>
        <pc:spChg chg="add mod">
          <ac:chgData name="Rozier Vilardell Guilhem" userId="4546cbe3-6b77-4c90-91fb-99dde0a4e326" providerId="ADAL" clId="{5190BF95-9AD4-430C-9683-5979C0634027}" dt="2026-06-15T08:23:45.376" v="148"/>
          <ac:spMkLst>
            <pc:docMk/>
            <pc:sldMk cId="2914529217" sldId="261"/>
            <ac:spMk id="3" creationId="{4F161121-8D07-1FDA-ADCE-0146FB660066}"/>
          </ac:spMkLst>
        </pc:spChg>
        <pc:spChg chg="mod">
          <ac:chgData name="Rozier Vilardell Guilhem" userId="4546cbe3-6b77-4c90-91fb-99dde0a4e326" providerId="ADAL" clId="{5190BF95-9AD4-430C-9683-5979C0634027}" dt="2026-06-15T14:41:21.451" v="1059" actId="1076"/>
          <ac:spMkLst>
            <pc:docMk/>
            <pc:sldMk cId="2914529217" sldId="261"/>
            <ac:spMk id="8" creationId="{8C013C13-CBC8-1A8C-6731-5E1864253045}"/>
          </ac:spMkLst>
        </pc:spChg>
        <pc:spChg chg="mod">
          <ac:chgData name="Rozier Vilardell Guilhem" userId="4546cbe3-6b77-4c90-91fb-99dde0a4e326" providerId="ADAL" clId="{5190BF95-9AD4-430C-9683-5979C0634027}" dt="2026-06-15T08:23:18.071" v="139" actId="20577"/>
          <ac:spMkLst>
            <pc:docMk/>
            <pc:sldMk cId="2914529217" sldId="261"/>
            <ac:spMk id="9" creationId="{F435347A-0015-FB66-37B8-094ABD410084}"/>
          </ac:spMkLst>
        </pc:spChg>
        <pc:spChg chg="add mod">
          <ac:chgData name="Rozier Vilardell Guilhem" userId="4546cbe3-6b77-4c90-91fb-99dde0a4e326" providerId="ADAL" clId="{5190BF95-9AD4-430C-9683-5979C0634027}" dt="2026-06-15T08:25:06.758" v="170" actId="164"/>
          <ac:spMkLst>
            <pc:docMk/>
            <pc:sldMk cId="2914529217" sldId="261"/>
            <ac:spMk id="11" creationId="{D5FCBC70-875D-0714-5D59-772DD330771B}"/>
          </ac:spMkLst>
        </pc:spChg>
        <pc:spChg chg="add mod">
          <ac:chgData name="Rozier Vilardell Guilhem" userId="4546cbe3-6b77-4c90-91fb-99dde0a4e326" providerId="ADAL" clId="{5190BF95-9AD4-430C-9683-5979C0634027}" dt="2026-06-15T08:27:32.159" v="208" actId="122"/>
          <ac:spMkLst>
            <pc:docMk/>
            <pc:sldMk cId="2914529217" sldId="261"/>
            <ac:spMk id="12" creationId="{2E761234-6D31-5C85-CEF4-BAEC3CAD86E2}"/>
          </ac:spMkLst>
        </pc:spChg>
        <pc:spChg chg="mod">
          <ac:chgData name="Rozier Vilardell Guilhem" userId="4546cbe3-6b77-4c90-91fb-99dde0a4e326" providerId="ADAL" clId="{5190BF95-9AD4-430C-9683-5979C0634027}" dt="2026-06-15T08:57:09.409" v="631" actId="20577"/>
          <ac:spMkLst>
            <pc:docMk/>
            <pc:sldMk cId="2914529217" sldId="261"/>
            <ac:spMk id="15" creationId="{E813151C-BC52-729E-8277-927A98071E34}"/>
          </ac:spMkLst>
        </pc:spChg>
        <pc:spChg chg="del">
          <ac:chgData name="Rozier Vilardell Guilhem" userId="4546cbe3-6b77-4c90-91fb-99dde0a4e326" providerId="ADAL" clId="{5190BF95-9AD4-430C-9683-5979C0634027}" dt="2026-06-15T08:23:22.235" v="140" actId="478"/>
          <ac:spMkLst>
            <pc:docMk/>
            <pc:sldMk cId="2914529217" sldId="261"/>
            <ac:spMk id="19" creationId="{12CE9A37-BF8C-1A02-561B-E80C17215954}"/>
          </ac:spMkLst>
        </pc:spChg>
        <pc:spChg chg="mod">
          <ac:chgData name="Rozier Vilardell Guilhem" userId="4546cbe3-6b77-4c90-91fb-99dde0a4e326" providerId="ADAL" clId="{5190BF95-9AD4-430C-9683-5979C0634027}" dt="2026-06-15T14:39:48.700" v="1034" actId="20577"/>
          <ac:spMkLst>
            <pc:docMk/>
            <pc:sldMk cId="2914529217" sldId="261"/>
            <ac:spMk id="20" creationId="{F265080F-3536-0FF9-29D8-992CBB8F0F45}"/>
          </ac:spMkLst>
        </pc:spChg>
        <pc:spChg chg="del">
          <ac:chgData name="Rozier Vilardell Guilhem" userId="4546cbe3-6b77-4c90-91fb-99dde0a4e326" providerId="ADAL" clId="{5190BF95-9AD4-430C-9683-5979C0634027}" dt="2026-06-15T08:23:27.795" v="142" actId="478"/>
          <ac:spMkLst>
            <pc:docMk/>
            <pc:sldMk cId="2914529217" sldId="261"/>
            <ac:spMk id="21" creationId="{51830472-643C-4A4B-C003-6756625062CE}"/>
          </ac:spMkLst>
        </pc:spChg>
        <pc:spChg chg="del mod">
          <ac:chgData name="Rozier Vilardell Guilhem" userId="4546cbe3-6b77-4c90-91fb-99dde0a4e326" providerId="ADAL" clId="{5190BF95-9AD4-430C-9683-5979C0634027}" dt="2026-06-15T08:44:30.818" v="324" actId="478"/>
          <ac:spMkLst>
            <pc:docMk/>
            <pc:sldMk cId="2914529217" sldId="261"/>
            <ac:spMk id="22" creationId="{858D0935-4BBF-2F34-F107-2E8874260181}"/>
          </ac:spMkLst>
        </pc:spChg>
        <pc:spChg chg="del">
          <ac:chgData name="Rozier Vilardell Guilhem" userId="4546cbe3-6b77-4c90-91fb-99dde0a4e326" providerId="ADAL" clId="{5190BF95-9AD4-430C-9683-5979C0634027}" dt="2026-06-15T08:23:30.609" v="143" actId="478"/>
          <ac:spMkLst>
            <pc:docMk/>
            <pc:sldMk cId="2914529217" sldId="261"/>
            <ac:spMk id="23" creationId="{8C759CF1-7BD5-69A7-C52F-65B5EEEDC21D}"/>
          </ac:spMkLst>
        </pc:spChg>
        <pc:spChg chg="mod">
          <ac:chgData name="Rozier Vilardell Guilhem" userId="4546cbe3-6b77-4c90-91fb-99dde0a4e326" providerId="ADAL" clId="{5190BF95-9AD4-430C-9683-5979C0634027}" dt="2026-06-15T08:25:09.122" v="171"/>
          <ac:spMkLst>
            <pc:docMk/>
            <pc:sldMk cId="2914529217" sldId="261"/>
            <ac:spMk id="25" creationId="{34A610F5-4AD4-E886-D715-8EA804AAA9C6}"/>
          </ac:spMkLst>
        </pc:spChg>
        <pc:spChg chg="mod">
          <ac:chgData name="Rozier Vilardell Guilhem" userId="4546cbe3-6b77-4c90-91fb-99dde0a4e326" providerId="ADAL" clId="{5190BF95-9AD4-430C-9683-5979C0634027}" dt="2026-06-15T08:27:34.484" v="209" actId="122"/>
          <ac:spMkLst>
            <pc:docMk/>
            <pc:sldMk cId="2914529217" sldId="261"/>
            <ac:spMk id="26" creationId="{C14CE788-6569-0777-0F32-FA669B80A709}"/>
          </ac:spMkLst>
        </pc:spChg>
        <pc:spChg chg="mod">
          <ac:chgData name="Rozier Vilardell Guilhem" userId="4546cbe3-6b77-4c90-91fb-99dde0a4e326" providerId="ADAL" clId="{5190BF95-9AD4-430C-9683-5979C0634027}" dt="2026-06-15T08:25:29.052" v="187"/>
          <ac:spMkLst>
            <pc:docMk/>
            <pc:sldMk cId="2914529217" sldId="261"/>
            <ac:spMk id="28" creationId="{82CA2308-EB4C-F640-1C4F-3B1FC8CF45E9}"/>
          </ac:spMkLst>
        </pc:spChg>
        <pc:spChg chg="mod">
          <ac:chgData name="Rozier Vilardell Guilhem" userId="4546cbe3-6b77-4c90-91fb-99dde0a4e326" providerId="ADAL" clId="{5190BF95-9AD4-430C-9683-5979C0634027}" dt="2026-06-15T08:27:43.428" v="212" actId="14100"/>
          <ac:spMkLst>
            <pc:docMk/>
            <pc:sldMk cId="2914529217" sldId="261"/>
            <ac:spMk id="29" creationId="{C12F8C29-71F2-CDD4-FD30-E115ED8C55BA}"/>
          </ac:spMkLst>
        </pc:spChg>
        <pc:spChg chg="add mod">
          <ac:chgData name="Rozier Vilardell Guilhem" userId="4546cbe3-6b77-4c90-91fb-99dde0a4e326" providerId="ADAL" clId="{5190BF95-9AD4-430C-9683-5979C0634027}" dt="2026-06-15T08:55:38.433" v="617" actId="5793"/>
          <ac:spMkLst>
            <pc:docMk/>
            <pc:sldMk cId="2914529217" sldId="261"/>
            <ac:spMk id="30" creationId="{A5C65648-3470-038F-A892-BB501F7B0F40}"/>
          </ac:spMkLst>
        </pc:spChg>
        <pc:spChg chg="add mod">
          <ac:chgData name="Rozier Vilardell Guilhem" userId="4546cbe3-6b77-4c90-91fb-99dde0a4e326" providerId="ADAL" clId="{5190BF95-9AD4-430C-9683-5979C0634027}" dt="2026-06-15T09:10:08.261" v="709" actId="20577"/>
          <ac:spMkLst>
            <pc:docMk/>
            <pc:sldMk cId="2914529217" sldId="261"/>
            <ac:spMk id="31" creationId="{0F670EB3-94BC-A714-F9C5-9CB78694A10B}"/>
          </ac:spMkLst>
        </pc:spChg>
        <pc:spChg chg="add mod">
          <ac:chgData name="Rozier Vilardell Guilhem" userId="4546cbe3-6b77-4c90-91fb-99dde0a4e326" providerId="ADAL" clId="{5190BF95-9AD4-430C-9683-5979C0634027}" dt="2026-06-15T08:56:24.755" v="619" actId="1076"/>
          <ac:spMkLst>
            <pc:docMk/>
            <pc:sldMk cId="2914529217" sldId="261"/>
            <ac:spMk id="32" creationId="{4DA5AD36-6CB5-5072-5D58-170AEB9906A4}"/>
          </ac:spMkLst>
        </pc:spChg>
        <pc:spChg chg="add mod">
          <ac:chgData name="Rozier Vilardell Guilhem" userId="4546cbe3-6b77-4c90-91fb-99dde0a4e326" providerId="ADAL" clId="{5190BF95-9AD4-430C-9683-5979C0634027}" dt="2026-06-15T08:56:40.471" v="621" actId="1076"/>
          <ac:spMkLst>
            <pc:docMk/>
            <pc:sldMk cId="2914529217" sldId="261"/>
            <ac:spMk id="33" creationId="{10B5755D-B7D5-AD3C-5C02-4552D0C8A5C8}"/>
          </ac:spMkLst>
        </pc:spChg>
        <pc:grpChg chg="add mod">
          <ac:chgData name="Rozier Vilardell Guilhem" userId="4546cbe3-6b77-4c90-91fb-99dde0a4e326" providerId="ADAL" clId="{5190BF95-9AD4-430C-9683-5979C0634027}" dt="2026-06-15T08:26:54.748" v="201" actId="1076"/>
          <ac:grpSpMkLst>
            <pc:docMk/>
            <pc:sldMk cId="2914529217" sldId="261"/>
            <ac:grpSpMk id="16" creationId="{BD2CF9C2-DDA3-DBC7-C070-58307A83A365}"/>
          </ac:grpSpMkLst>
        </pc:grpChg>
        <pc:grpChg chg="add mod">
          <ac:chgData name="Rozier Vilardell Guilhem" userId="4546cbe3-6b77-4c90-91fb-99dde0a4e326" providerId="ADAL" clId="{5190BF95-9AD4-430C-9683-5979C0634027}" dt="2026-06-15T08:44:59.014" v="326" actId="1076"/>
          <ac:grpSpMkLst>
            <pc:docMk/>
            <pc:sldMk cId="2914529217" sldId="261"/>
            <ac:grpSpMk id="24" creationId="{7E8DE9E1-2533-73F1-31AD-D453751AA207}"/>
          </ac:grpSpMkLst>
        </pc:grpChg>
        <pc:grpChg chg="add mod">
          <ac:chgData name="Rozier Vilardell Guilhem" userId="4546cbe3-6b77-4c90-91fb-99dde0a4e326" providerId="ADAL" clId="{5190BF95-9AD4-430C-9683-5979C0634027}" dt="2026-06-15T08:45:04.451" v="327" actId="1076"/>
          <ac:grpSpMkLst>
            <pc:docMk/>
            <pc:sldMk cId="2914529217" sldId="261"/>
            <ac:grpSpMk id="27" creationId="{CE12324C-A912-B1A1-13C0-29EE3B56AFB9}"/>
          </ac:grpSpMkLst>
        </pc:grpChg>
      </pc:sldChg>
      <pc:sldChg chg="del">
        <pc:chgData name="Rozier Vilardell Guilhem" userId="4546cbe3-6b77-4c90-91fb-99dde0a4e326" providerId="ADAL" clId="{5190BF95-9AD4-430C-9683-5979C0634027}" dt="2026-06-15T07:53:54.161" v="95" actId="47"/>
        <pc:sldMkLst>
          <pc:docMk/>
          <pc:sldMk cId="2660382427" sldId="262"/>
        </pc:sldMkLst>
      </pc:sldChg>
      <pc:sldChg chg="del">
        <pc:chgData name="Rozier Vilardell Guilhem" userId="4546cbe3-6b77-4c90-91fb-99dde0a4e326" providerId="ADAL" clId="{5190BF95-9AD4-430C-9683-5979C0634027}" dt="2026-06-15T07:53:55.265" v="97" actId="47"/>
        <pc:sldMkLst>
          <pc:docMk/>
          <pc:sldMk cId="268899704" sldId="263"/>
        </pc:sldMkLst>
      </pc:sldChg>
      <pc:sldChg chg="del">
        <pc:chgData name="Rozier Vilardell Guilhem" userId="4546cbe3-6b77-4c90-91fb-99dde0a4e326" providerId="ADAL" clId="{5190BF95-9AD4-430C-9683-5979C0634027}" dt="2026-06-15T07:53:57.343" v="101" actId="47"/>
        <pc:sldMkLst>
          <pc:docMk/>
          <pc:sldMk cId="4111494295" sldId="264"/>
        </pc:sldMkLst>
      </pc:sldChg>
      <pc:sldChg chg="addSp delSp modSp mod">
        <pc:chgData name="Rozier Vilardell Guilhem" userId="4546cbe3-6b77-4c90-91fb-99dde0a4e326" providerId="ADAL" clId="{5190BF95-9AD4-430C-9683-5979C0634027}" dt="2026-06-15T14:40:59.832" v="1057" actId="20577"/>
        <pc:sldMkLst>
          <pc:docMk/>
          <pc:sldMk cId="2187750418" sldId="265"/>
        </pc:sldMkLst>
        <pc:spChg chg="mod">
          <ac:chgData name="Rozier Vilardell Guilhem" userId="4546cbe3-6b77-4c90-91fb-99dde0a4e326" providerId="ADAL" clId="{5190BF95-9AD4-430C-9683-5979C0634027}" dt="2026-06-15T14:22:30.383" v="923" actId="20577"/>
          <ac:spMkLst>
            <pc:docMk/>
            <pc:sldMk cId="2187750418" sldId="265"/>
            <ac:spMk id="2" creationId="{3BA6D259-B702-B4D0-5131-AC09A5C8EFA4}"/>
          </ac:spMkLst>
        </pc:spChg>
        <pc:spChg chg="del">
          <ac:chgData name="Rozier Vilardell Guilhem" userId="4546cbe3-6b77-4c90-91fb-99dde0a4e326" providerId="ADAL" clId="{5190BF95-9AD4-430C-9683-5979C0634027}" dt="2026-06-15T14:40:52.621" v="1049" actId="478"/>
          <ac:spMkLst>
            <pc:docMk/>
            <pc:sldMk cId="2187750418" sldId="265"/>
            <ac:spMk id="7" creationId="{3D1850E6-FD71-61F7-B066-7F2387B5F238}"/>
          </ac:spMkLst>
        </pc:spChg>
        <pc:spChg chg="del">
          <ac:chgData name="Rozier Vilardell Guilhem" userId="4546cbe3-6b77-4c90-91fb-99dde0a4e326" providerId="ADAL" clId="{5190BF95-9AD4-430C-9683-5979C0634027}" dt="2026-06-15T14:40:52.621" v="1049" actId="478"/>
          <ac:spMkLst>
            <pc:docMk/>
            <pc:sldMk cId="2187750418" sldId="265"/>
            <ac:spMk id="8" creationId="{0BA79FEB-EB36-063D-FB09-157003BDD5C8}"/>
          </ac:spMkLst>
        </pc:spChg>
        <pc:spChg chg="add">
          <ac:chgData name="Rozier Vilardell Guilhem" userId="4546cbe3-6b77-4c90-91fb-99dde0a4e326" providerId="ADAL" clId="{5190BF95-9AD4-430C-9683-5979C0634027}" dt="2026-06-15T14:40:53.031" v="1050" actId="22"/>
          <ac:spMkLst>
            <pc:docMk/>
            <pc:sldMk cId="2187750418" sldId="265"/>
            <ac:spMk id="11" creationId="{FE076631-733E-DD90-FDFB-6F8C8E722099}"/>
          </ac:spMkLst>
        </pc:spChg>
        <pc:spChg chg="del">
          <ac:chgData name="Rozier Vilardell Guilhem" userId="4546cbe3-6b77-4c90-91fb-99dde0a4e326" providerId="ADAL" clId="{5190BF95-9AD4-430C-9683-5979C0634027}" dt="2026-06-15T14:22:17.071" v="921" actId="931"/>
          <ac:spMkLst>
            <pc:docMk/>
            <pc:sldMk cId="2187750418" sldId="265"/>
            <ac:spMk id="12" creationId="{22A79E9E-48AA-4706-0D6A-E656C92E16F4}"/>
          </ac:spMkLst>
        </pc:spChg>
        <pc:spChg chg="add">
          <ac:chgData name="Rozier Vilardell Guilhem" userId="4546cbe3-6b77-4c90-91fb-99dde0a4e326" providerId="ADAL" clId="{5190BF95-9AD4-430C-9683-5979C0634027}" dt="2026-06-15T14:40:53.031" v="1050" actId="22"/>
          <ac:spMkLst>
            <pc:docMk/>
            <pc:sldMk cId="2187750418" sldId="265"/>
            <ac:spMk id="16" creationId="{2145AD80-1183-6942-E5AD-79CF97DF64AD}"/>
          </ac:spMkLst>
        </pc:spChg>
        <pc:spChg chg="del">
          <ac:chgData name="Rozier Vilardell Guilhem" userId="4546cbe3-6b77-4c90-91fb-99dde0a4e326" providerId="ADAL" clId="{5190BF95-9AD4-430C-9683-5979C0634027}" dt="2026-06-15T14:40:52.621" v="1049" actId="478"/>
          <ac:spMkLst>
            <pc:docMk/>
            <pc:sldMk cId="2187750418" sldId="265"/>
            <ac:spMk id="20" creationId="{0304D97E-A51D-75CF-9A1B-CD7CE4BD0838}"/>
          </ac:spMkLst>
        </pc:spChg>
        <pc:spChg chg="add mod">
          <ac:chgData name="Rozier Vilardell Guilhem" userId="4546cbe3-6b77-4c90-91fb-99dde0a4e326" providerId="ADAL" clId="{5190BF95-9AD4-430C-9683-5979C0634027}" dt="2026-06-15T14:40:59.832" v="1057" actId="20577"/>
          <ac:spMkLst>
            <pc:docMk/>
            <pc:sldMk cId="2187750418" sldId="265"/>
            <ac:spMk id="21" creationId="{0FDDC367-34D4-067E-4BB6-0886A490A3BB}"/>
          </ac:spMkLst>
        </pc:spChg>
        <pc:picChg chg="add mod ord">
          <ac:chgData name="Rozier Vilardell Guilhem" userId="4546cbe3-6b77-4c90-91fb-99dde0a4e326" providerId="ADAL" clId="{5190BF95-9AD4-430C-9683-5979C0634027}" dt="2026-06-15T14:23:28.531" v="926" actId="1076"/>
          <ac:picMkLst>
            <pc:docMk/>
            <pc:sldMk cId="2187750418" sldId="265"/>
            <ac:picMk id="9" creationId="{322ABDCC-002E-1061-C6B9-0F4E6CFFEC0F}"/>
          </ac:picMkLst>
        </pc:picChg>
        <pc:picChg chg="del">
          <ac:chgData name="Rozier Vilardell Guilhem" userId="4546cbe3-6b77-4c90-91fb-99dde0a4e326" providerId="ADAL" clId="{5190BF95-9AD4-430C-9683-5979C0634027}" dt="2026-06-15T10:20:59.006" v="873" actId="478"/>
          <ac:picMkLst>
            <pc:docMk/>
            <pc:sldMk cId="2187750418" sldId="265"/>
            <ac:picMk id="16" creationId="{6B29F337-C1E5-5676-1105-1D832FB1DA86}"/>
          </ac:picMkLst>
        </pc:picChg>
      </pc:sldChg>
      <pc:sldChg chg="del">
        <pc:chgData name="Rozier Vilardell Guilhem" userId="4546cbe3-6b77-4c90-91fb-99dde0a4e326" providerId="ADAL" clId="{5190BF95-9AD4-430C-9683-5979C0634027}" dt="2026-06-15T07:54:08.539" v="109" actId="47"/>
        <pc:sldMkLst>
          <pc:docMk/>
          <pc:sldMk cId="171650718" sldId="268"/>
        </pc:sldMkLst>
      </pc:sldChg>
      <pc:sldChg chg="del">
        <pc:chgData name="Rozier Vilardell Guilhem" userId="4546cbe3-6b77-4c90-91fb-99dde0a4e326" providerId="ADAL" clId="{5190BF95-9AD4-430C-9683-5979C0634027}" dt="2026-06-15T07:53:58.407" v="103" actId="47"/>
        <pc:sldMkLst>
          <pc:docMk/>
          <pc:sldMk cId="2342395583" sldId="269"/>
        </pc:sldMkLst>
      </pc:sldChg>
      <pc:sldChg chg="addSp delSp modSp add mod modNotesTx">
        <pc:chgData name="Rozier Vilardell Guilhem" userId="4546cbe3-6b77-4c90-91fb-99dde0a4e326" providerId="ADAL" clId="{5190BF95-9AD4-430C-9683-5979C0634027}" dt="2026-06-16T08:46:43.713" v="2027" actId="20577"/>
        <pc:sldMkLst>
          <pc:docMk/>
          <pc:sldMk cId="577110832" sldId="276"/>
        </pc:sldMkLst>
        <pc:spChg chg="add mod">
          <ac:chgData name="Rozier Vilardell Guilhem" userId="4546cbe3-6b77-4c90-91fb-99dde0a4e326" providerId="ADAL" clId="{5190BF95-9AD4-430C-9683-5979C0634027}" dt="2026-06-15T08:48:36.816" v="408" actId="1076"/>
          <ac:spMkLst>
            <pc:docMk/>
            <pc:sldMk cId="577110832" sldId="276"/>
            <ac:spMk id="2" creationId="{B08DF1DB-9DD5-D7F5-D871-4B15AD83428F}"/>
          </ac:spMkLst>
        </pc:spChg>
        <pc:spChg chg="add mod">
          <ac:chgData name="Rozier Vilardell Guilhem" userId="4546cbe3-6b77-4c90-91fb-99dde0a4e326" providerId="ADAL" clId="{5190BF95-9AD4-430C-9683-5979C0634027}" dt="2026-06-15T08:48:28.145" v="407" actId="1076"/>
          <ac:spMkLst>
            <pc:docMk/>
            <pc:sldMk cId="577110832" sldId="276"/>
            <ac:spMk id="3" creationId="{3611A697-8076-5F86-842E-A2B76C0F8861}"/>
          </ac:spMkLst>
        </pc:spChg>
        <pc:spChg chg="del">
          <ac:chgData name="Rozier Vilardell Guilhem" userId="4546cbe3-6b77-4c90-91fb-99dde0a4e326" providerId="ADAL" clId="{5190BF95-9AD4-430C-9683-5979C0634027}" dt="2026-06-15T14:40:04.667" v="1035" actId="478"/>
          <ac:spMkLst>
            <pc:docMk/>
            <pc:sldMk cId="577110832" sldId="276"/>
            <ac:spMk id="7" creationId="{50D2CA20-3ECD-222E-1C9D-1CEEA0F36FB7}"/>
          </ac:spMkLst>
        </pc:spChg>
        <pc:spChg chg="del">
          <ac:chgData name="Rozier Vilardell Guilhem" userId="4546cbe3-6b77-4c90-91fb-99dde0a4e326" providerId="ADAL" clId="{5190BF95-9AD4-430C-9683-5979C0634027}" dt="2026-06-15T14:40:04.667" v="1035" actId="478"/>
          <ac:spMkLst>
            <pc:docMk/>
            <pc:sldMk cId="577110832" sldId="276"/>
            <ac:spMk id="8" creationId="{540B8060-DF95-B204-B8E7-EB775931AF9C}"/>
          </ac:spMkLst>
        </pc:spChg>
        <pc:spChg chg="mod">
          <ac:chgData name="Rozier Vilardell Guilhem" userId="4546cbe3-6b77-4c90-91fb-99dde0a4e326" providerId="ADAL" clId="{5190BF95-9AD4-430C-9683-5979C0634027}" dt="2026-06-15T08:46:46.877" v="353" actId="20577"/>
          <ac:spMkLst>
            <pc:docMk/>
            <pc:sldMk cId="577110832" sldId="276"/>
            <ac:spMk id="9" creationId="{762A13E5-F28A-082E-4233-FE4DBB7E3522}"/>
          </ac:spMkLst>
        </pc:spChg>
        <pc:spChg chg="mod">
          <ac:chgData name="Rozier Vilardell Guilhem" userId="4546cbe3-6b77-4c90-91fb-99dde0a4e326" providerId="ADAL" clId="{5190BF95-9AD4-430C-9683-5979C0634027}" dt="2026-06-15T08:57:17.733" v="640" actId="6549"/>
          <ac:spMkLst>
            <pc:docMk/>
            <pc:sldMk cId="577110832" sldId="276"/>
            <ac:spMk id="15" creationId="{1F5B1B91-C971-5CC3-C486-9476014FA11B}"/>
          </ac:spMkLst>
        </pc:spChg>
        <pc:spChg chg="add mod">
          <ac:chgData name="Rozier Vilardell Guilhem" userId="4546cbe3-6b77-4c90-91fb-99dde0a4e326" providerId="ADAL" clId="{5190BF95-9AD4-430C-9683-5979C0634027}" dt="2026-06-15T08:48:47.004" v="410" actId="1076"/>
          <ac:spMkLst>
            <pc:docMk/>
            <pc:sldMk cId="577110832" sldId="276"/>
            <ac:spMk id="19" creationId="{301F7F66-7ABC-90A1-F2E7-1F58436F125E}"/>
          </ac:spMkLst>
        </pc:spChg>
        <pc:spChg chg="del">
          <ac:chgData name="Rozier Vilardell Guilhem" userId="4546cbe3-6b77-4c90-91fb-99dde0a4e326" providerId="ADAL" clId="{5190BF95-9AD4-430C-9683-5979C0634027}" dt="2026-06-15T14:40:04.667" v="1035" actId="478"/>
          <ac:spMkLst>
            <pc:docMk/>
            <pc:sldMk cId="577110832" sldId="276"/>
            <ac:spMk id="20" creationId="{28C11C56-22F3-6723-E2B3-DF6707C6008B}"/>
          </ac:spMkLst>
        </pc:spChg>
        <pc:spChg chg="add mod">
          <ac:chgData name="Rozier Vilardell Guilhem" userId="4546cbe3-6b77-4c90-91fb-99dde0a4e326" providerId="ADAL" clId="{5190BF95-9AD4-430C-9683-5979C0634027}" dt="2026-06-15T08:48:53.574" v="412" actId="1076"/>
          <ac:spMkLst>
            <pc:docMk/>
            <pc:sldMk cId="577110832" sldId="276"/>
            <ac:spMk id="21" creationId="{92E21DB1-2D82-0D30-5FCC-21095CFC2E1C}"/>
          </ac:spMkLst>
        </pc:spChg>
        <pc:spChg chg="add mod">
          <ac:chgData name="Rozier Vilardell Guilhem" userId="4546cbe3-6b77-4c90-91fb-99dde0a4e326" providerId="ADAL" clId="{5190BF95-9AD4-430C-9683-5979C0634027}" dt="2026-06-16T08:46:43.713" v="2027" actId="20577"/>
          <ac:spMkLst>
            <pc:docMk/>
            <pc:sldMk cId="577110832" sldId="276"/>
            <ac:spMk id="22" creationId="{CCFDEE03-FB42-533D-8922-D5EB2BB60E6B}"/>
          </ac:spMkLst>
        </pc:spChg>
        <pc:spChg chg="add mod">
          <ac:chgData name="Rozier Vilardell Guilhem" userId="4546cbe3-6b77-4c90-91fb-99dde0a4e326" providerId="ADAL" clId="{5190BF95-9AD4-430C-9683-5979C0634027}" dt="2026-06-15T08:53:37.628" v="519" actId="1076"/>
          <ac:spMkLst>
            <pc:docMk/>
            <pc:sldMk cId="577110832" sldId="276"/>
            <ac:spMk id="23" creationId="{063F0617-2908-B75E-4B8B-0988FCCAC9C4}"/>
          </ac:spMkLst>
        </pc:spChg>
        <pc:spChg chg="del">
          <ac:chgData name="Rozier Vilardell Guilhem" userId="4546cbe3-6b77-4c90-91fb-99dde0a4e326" providerId="ADAL" clId="{5190BF95-9AD4-430C-9683-5979C0634027}" dt="2026-06-15T08:46:58.714" v="354" actId="478"/>
          <ac:spMkLst>
            <pc:docMk/>
            <pc:sldMk cId="577110832" sldId="276"/>
            <ac:spMk id="30" creationId="{B3A2E2A5-7AE0-2997-A5CB-895EFA2ABBDE}"/>
          </ac:spMkLst>
        </pc:spChg>
        <pc:spChg chg="add del">
          <ac:chgData name="Rozier Vilardell Guilhem" userId="4546cbe3-6b77-4c90-91fb-99dde0a4e326" providerId="ADAL" clId="{5190BF95-9AD4-430C-9683-5979C0634027}" dt="2026-06-15T14:40:06.863" v="1037" actId="22"/>
          <ac:spMkLst>
            <pc:docMk/>
            <pc:sldMk cId="577110832" sldId="276"/>
            <ac:spMk id="31" creationId="{A9EFFF5D-66CD-F502-8E91-BB5BB2680DF4}"/>
          </ac:spMkLst>
        </pc:spChg>
        <pc:spChg chg="add">
          <ac:chgData name="Rozier Vilardell Guilhem" userId="4546cbe3-6b77-4c90-91fb-99dde0a4e326" providerId="ADAL" clId="{5190BF95-9AD4-430C-9683-5979C0634027}" dt="2026-06-15T08:56:47.933" v="622" actId="22"/>
          <ac:spMkLst>
            <pc:docMk/>
            <pc:sldMk cId="577110832" sldId="276"/>
            <ac:spMk id="32" creationId="{8DC6A3E0-CC2B-0AEF-6ABC-D6A1BEA8B3B6}"/>
          </ac:spMkLst>
        </pc:spChg>
        <pc:spChg chg="add">
          <ac:chgData name="Rozier Vilardell Guilhem" userId="4546cbe3-6b77-4c90-91fb-99dde0a4e326" providerId="ADAL" clId="{5190BF95-9AD4-430C-9683-5979C0634027}" dt="2026-06-15T08:56:47.933" v="622" actId="22"/>
          <ac:spMkLst>
            <pc:docMk/>
            <pc:sldMk cId="577110832" sldId="276"/>
            <ac:spMk id="34" creationId="{6BF0BE56-841C-C5B0-D8D0-6BA1361BF7A8}"/>
          </ac:spMkLst>
        </pc:spChg>
        <pc:spChg chg="add del">
          <ac:chgData name="Rozier Vilardell Guilhem" userId="4546cbe3-6b77-4c90-91fb-99dde0a4e326" providerId="ADAL" clId="{5190BF95-9AD4-430C-9683-5979C0634027}" dt="2026-06-15T14:40:06.863" v="1037" actId="22"/>
          <ac:spMkLst>
            <pc:docMk/>
            <pc:sldMk cId="577110832" sldId="276"/>
            <ac:spMk id="35" creationId="{A0D91DF3-60C8-CB34-B289-A7CB912DED86}"/>
          </ac:spMkLst>
        </pc:spChg>
        <pc:spChg chg="add">
          <ac:chgData name="Rozier Vilardell Guilhem" userId="4546cbe3-6b77-4c90-91fb-99dde0a4e326" providerId="ADAL" clId="{5190BF95-9AD4-430C-9683-5979C0634027}" dt="2026-06-15T14:40:23.245" v="1039" actId="22"/>
          <ac:spMkLst>
            <pc:docMk/>
            <pc:sldMk cId="577110832" sldId="276"/>
            <ac:spMk id="37" creationId="{78EF349F-5ED2-5B8A-A0EF-C5B471E67062}"/>
          </ac:spMkLst>
        </pc:spChg>
        <pc:spChg chg="add mod">
          <ac:chgData name="Rozier Vilardell Guilhem" userId="4546cbe3-6b77-4c90-91fb-99dde0a4e326" providerId="ADAL" clId="{5190BF95-9AD4-430C-9683-5979C0634027}" dt="2026-06-15T14:41:35.915" v="1061" actId="14100"/>
          <ac:spMkLst>
            <pc:docMk/>
            <pc:sldMk cId="577110832" sldId="276"/>
            <ac:spMk id="39" creationId="{5E6015A1-FD6E-2430-7CD2-4597F864D8FB}"/>
          </ac:spMkLst>
        </pc:spChg>
        <pc:spChg chg="add">
          <ac:chgData name="Rozier Vilardell Guilhem" userId="4546cbe3-6b77-4c90-91fb-99dde0a4e326" providerId="ADAL" clId="{5190BF95-9AD4-430C-9683-5979C0634027}" dt="2026-06-15T14:40:23.245" v="1039" actId="22"/>
          <ac:spMkLst>
            <pc:docMk/>
            <pc:sldMk cId="577110832" sldId="276"/>
            <ac:spMk id="41" creationId="{9D8D9FFC-B16A-54F5-AE6F-E6DBBDBF9687}"/>
          </ac:spMkLst>
        </pc:spChg>
      </pc:sldChg>
      <pc:sldChg chg="del">
        <pc:chgData name="Rozier Vilardell Guilhem" userId="4546cbe3-6b77-4c90-91fb-99dde0a4e326" providerId="ADAL" clId="{5190BF95-9AD4-430C-9683-5979C0634027}" dt="2026-06-15T07:53:56.275" v="99" actId="47"/>
        <pc:sldMkLst>
          <pc:docMk/>
          <pc:sldMk cId="4033708096" sldId="276"/>
        </pc:sldMkLst>
      </pc:sldChg>
      <pc:sldChg chg="del">
        <pc:chgData name="Rozier Vilardell Guilhem" userId="4546cbe3-6b77-4c90-91fb-99dde0a4e326" providerId="ADAL" clId="{5190BF95-9AD4-430C-9683-5979C0634027}" dt="2026-06-15T07:54:09.333" v="110" actId="47"/>
        <pc:sldMkLst>
          <pc:docMk/>
          <pc:sldMk cId="39160139" sldId="277"/>
        </pc:sldMkLst>
      </pc:sldChg>
      <pc:sldChg chg="addSp delSp modSp add mod modNotesTx">
        <pc:chgData name="Rozier Vilardell Guilhem" userId="4546cbe3-6b77-4c90-91fb-99dde0a4e326" providerId="ADAL" clId="{5190BF95-9AD4-430C-9683-5979C0634027}" dt="2026-06-16T06:42:56.554" v="1254" actId="20577"/>
        <pc:sldMkLst>
          <pc:docMk/>
          <pc:sldMk cId="1713874359" sldId="277"/>
        </pc:sldMkLst>
        <pc:spChg chg="del">
          <ac:chgData name="Rozier Vilardell Guilhem" userId="4546cbe3-6b77-4c90-91fb-99dde0a4e326" providerId="ADAL" clId="{5190BF95-9AD4-430C-9683-5979C0634027}" dt="2026-06-15T08:58:19.076" v="665" actId="478"/>
          <ac:spMkLst>
            <pc:docMk/>
            <pc:sldMk cId="1713874359" sldId="277"/>
            <ac:spMk id="2" creationId="{50A6E69D-291F-E9C9-A101-0E30255EC9C5}"/>
          </ac:spMkLst>
        </pc:spChg>
        <pc:spChg chg="del">
          <ac:chgData name="Rozier Vilardell Guilhem" userId="4546cbe3-6b77-4c90-91fb-99dde0a4e326" providerId="ADAL" clId="{5190BF95-9AD4-430C-9683-5979C0634027}" dt="2026-06-15T08:58:19.076" v="665" actId="478"/>
          <ac:spMkLst>
            <pc:docMk/>
            <pc:sldMk cId="1713874359" sldId="277"/>
            <ac:spMk id="3" creationId="{193537E4-F696-FE7E-9818-E97CDECE5933}"/>
          </ac:spMkLst>
        </pc:spChg>
        <pc:spChg chg="add">
          <ac:chgData name="Rozier Vilardell Guilhem" userId="4546cbe3-6b77-4c90-91fb-99dde0a4e326" providerId="ADAL" clId="{5190BF95-9AD4-430C-9683-5979C0634027}" dt="2026-06-15T14:40:24.703" v="1040" actId="22"/>
          <ac:spMkLst>
            <pc:docMk/>
            <pc:sldMk cId="1713874359" sldId="277"/>
            <ac:spMk id="3" creationId="{5D9C7FE6-9080-2F38-9451-8E64341085AD}"/>
          </ac:spMkLst>
        </pc:spChg>
        <pc:spChg chg="del">
          <ac:chgData name="Rozier Vilardell Guilhem" userId="4546cbe3-6b77-4c90-91fb-99dde0a4e326" providerId="ADAL" clId="{5190BF95-9AD4-430C-9683-5979C0634027}" dt="2026-06-15T14:40:14.417" v="1038" actId="478"/>
          <ac:spMkLst>
            <pc:docMk/>
            <pc:sldMk cId="1713874359" sldId="277"/>
            <ac:spMk id="7" creationId="{A8F93215-819D-9BE3-840D-4338BCA9415F}"/>
          </ac:spMkLst>
        </pc:spChg>
        <pc:spChg chg="del">
          <ac:chgData name="Rozier Vilardell Guilhem" userId="4546cbe3-6b77-4c90-91fb-99dde0a4e326" providerId="ADAL" clId="{5190BF95-9AD4-430C-9683-5979C0634027}" dt="2026-06-15T14:40:14.417" v="1038" actId="478"/>
          <ac:spMkLst>
            <pc:docMk/>
            <pc:sldMk cId="1713874359" sldId="277"/>
            <ac:spMk id="8" creationId="{118082CA-87E9-C5DA-9490-BEC2F292F75F}"/>
          </ac:spMkLst>
        </pc:spChg>
        <pc:spChg chg="mod">
          <ac:chgData name="Rozier Vilardell Guilhem" userId="4546cbe3-6b77-4c90-91fb-99dde0a4e326" providerId="ADAL" clId="{5190BF95-9AD4-430C-9683-5979C0634027}" dt="2026-06-15T13:44:00.954" v="908" actId="20577"/>
          <ac:spMkLst>
            <pc:docMk/>
            <pc:sldMk cId="1713874359" sldId="277"/>
            <ac:spMk id="9" creationId="{EEC11CB8-133D-F8CB-ED2F-A9E136F4B754}"/>
          </ac:spMkLst>
        </pc:spChg>
        <pc:spChg chg="add mod">
          <ac:chgData name="Rozier Vilardell Guilhem" userId="4546cbe3-6b77-4c90-91fb-99dde0a4e326" providerId="ADAL" clId="{5190BF95-9AD4-430C-9683-5979C0634027}" dt="2026-06-15T14:41:52.923" v="1065" actId="14100"/>
          <ac:spMkLst>
            <pc:docMk/>
            <pc:sldMk cId="1713874359" sldId="277"/>
            <ac:spMk id="12" creationId="{31ABF3A0-4138-CE89-32E1-CE78890A8E81}"/>
          </ac:spMkLst>
        </pc:spChg>
        <pc:spChg chg="del">
          <ac:chgData name="Rozier Vilardell Guilhem" userId="4546cbe3-6b77-4c90-91fb-99dde0a4e326" providerId="ADAL" clId="{5190BF95-9AD4-430C-9683-5979C0634027}" dt="2026-06-15T08:58:19.076" v="665" actId="478"/>
          <ac:spMkLst>
            <pc:docMk/>
            <pc:sldMk cId="1713874359" sldId="277"/>
            <ac:spMk id="19" creationId="{81C331C3-4492-2958-73D5-F1CAA7797817}"/>
          </ac:spMkLst>
        </pc:spChg>
        <pc:spChg chg="add mod">
          <ac:chgData name="Rozier Vilardell Guilhem" userId="4546cbe3-6b77-4c90-91fb-99dde0a4e326" providerId="ADAL" clId="{5190BF95-9AD4-430C-9683-5979C0634027}" dt="2026-06-15T14:41:40.783" v="1063" actId="1076"/>
          <ac:spMkLst>
            <pc:docMk/>
            <pc:sldMk cId="1713874359" sldId="277"/>
            <ac:spMk id="19" creationId="{F35B4006-4F19-E27B-D204-8FDABA1E4FF8}"/>
          </ac:spMkLst>
        </pc:spChg>
        <pc:spChg chg="del">
          <ac:chgData name="Rozier Vilardell Guilhem" userId="4546cbe3-6b77-4c90-91fb-99dde0a4e326" providerId="ADAL" clId="{5190BF95-9AD4-430C-9683-5979C0634027}" dt="2026-06-15T14:40:14.417" v="1038" actId="478"/>
          <ac:spMkLst>
            <pc:docMk/>
            <pc:sldMk cId="1713874359" sldId="277"/>
            <ac:spMk id="20" creationId="{32FD6495-FD72-B509-BED8-91B8D3A66B73}"/>
          </ac:spMkLst>
        </pc:spChg>
        <pc:spChg chg="add mod">
          <ac:chgData name="Rozier Vilardell Guilhem" userId="4546cbe3-6b77-4c90-91fb-99dde0a4e326" providerId="ADAL" clId="{5190BF95-9AD4-430C-9683-5979C0634027}" dt="2026-06-15T14:43:29.869" v="1074" actId="207"/>
          <ac:spMkLst>
            <pc:docMk/>
            <pc:sldMk cId="1713874359" sldId="277"/>
            <ac:spMk id="21" creationId="{3A450740-DCDE-16DB-0C56-B7B945234665}"/>
          </ac:spMkLst>
        </pc:spChg>
        <pc:spChg chg="del">
          <ac:chgData name="Rozier Vilardell Guilhem" userId="4546cbe3-6b77-4c90-91fb-99dde0a4e326" providerId="ADAL" clId="{5190BF95-9AD4-430C-9683-5979C0634027}" dt="2026-06-15T08:58:19.076" v="665" actId="478"/>
          <ac:spMkLst>
            <pc:docMk/>
            <pc:sldMk cId="1713874359" sldId="277"/>
            <ac:spMk id="21" creationId="{574A2587-339A-D1C5-2F59-AB4BEAB3C094}"/>
          </ac:spMkLst>
        </pc:spChg>
        <pc:spChg chg="del">
          <ac:chgData name="Rozier Vilardell Guilhem" userId="4546cbe3-6b77-4c90-91fb-99dde0a4e326" providerId="ADAL" clId="{5190BF95-9AD4-430C-9683-5979C0634027}" dt="2026-06-15T08:58:19.076" v="665" actId="478"/>
          <ac:spMkLst>
            <pc:docMk/>
            <pc:sldMk cId="1713874359" sldId="277"/>
            <ac:spMk id="22" creationId="{ECE4FAAD-DFBB-931A-8FAF-DFF23CF0F3EF}"/>
          </ac:spMkLst>
        </pc:spChg>
        <pc:spChg chg="add mod">
          <ac:chgData name="Rozier Vilardell Guilhem" userId="4546cbe3-6b77-4c90-91fb-99dde0a4e326" providerId="ADAL" clId="{5190BF95-9AD4-430C-9683-5979C0634027}" dt="2026-06-15T14:43:51.712" v="1089" actId="14100"/>
          <ac:spMkLst>
            <pc:docMk/>
            <pc:sldMk cId="1713874359" sldId="277"/>
            <ac:spMk id="22" creationId="{FB9B8FE3-7B60-4D7A-26A6-F321B65774CD}"/>
          </ac:spMkLst>
        </pc:spChg>
        <pc:spChg chg="del">
          <ac:chgData name="Rozier Vilardell Guilhem" userId="4546cbe3-6b77-4c90-91fb-99dde0a4e326" providerId="ADAL" clId="{5190BF95-9AD4-430C-9683-5979C0634027}" dt="2026-06-15T08:58:19.076" v="665" actId="478"/>
          <ac:spMkLst>
            <pc:docMk/>
            <pc:sldMk cId="1713874359" sldId="277"/>
            <ac:spMk id="23" creationId="{539615C3-5303-AF07-1358-543897D3D86E}"/>
          </ac:spMkLst>
        </pc:spChg>
        <pc:spChg chg="add mod">
          <ac:chgData name="Rozier Vilardell Guilhem" userId="4546cbe3-6b77-4c90-91fb-99dde0a4e326" providerId="ADAL" clId="{5190BF95-9AD4-430C-9683-5979C0634027}" dt="2026-06-15T14:44:55.541" v="1093" actId="1076"/>
          <ac:spMkLst>
            <pc:docMk/>
            <pc:sldMk cId="1713874359" sldId="277"/>
            <ac:spMk id="23" creationId="{82FD11F5-CB78-5F83-1998-AD037A664510}"/>
          </ac:spMkLst>
        </pc:spChg>
        <pc:spChg chg="add mod">
          <ac:chgData name="Rozier Vilardell Guilhem" userId="4546cbe3-6b77-4c90-91fb-99dde0a4e326" providerId="ADAL" clId="{5190BF95-9AD4-430C-9683-5979C0634027}" dt="2026-06-15T14:45:00.949" v="1099" actId="20577"/>
          <ac:spMkLst>
            <pc:docMk/>
            <pc:sldMk cId="1713874359" sldId="277"/>
            <ac:spMk id="24" creationId="{9C40D97B-BFB6-CC8E-52B2-D258AB48608A}"/>
          </ac:spMkLst>
        </pc:spChg>
        <pc:spChg chg="add mod">
          <ac:chgData name="Rozier Vilardell Guilhem" userId="4546cbe3-6b77-4c90-91fb-99dde0a4e326" providerId="ADAL" clId="{5190BF95-9AD4-430C-9683-5979C0634027}" dt="2026-06-15T14:46:30.882" v="1151" actId="12"/>
          <ac:spMkLst>
            <pc:docMk/>
            <pc:sldMk cId="1713874359" sldId="277"/>
            <ac:spMk id="29" creationId="{402A99AA-3926-0B42-67A1-449546C4FE90}"/>
          </ac:spMkLst>
        </pc:spChg>
        <pc:spChg chg="add mod">
          <ac:chgData name="Rozier Vilardell Guilhem" userId="4546cbe3-6b77-4c90-91fb-99dde0a4e326" providerId="ADAL" clId="{5190BF95-9AD4-430C-9683-5979C0634027}" dt="2026-06-15T14:46:49.462" v="1172" actId="20577"/>
          <ac:spMkLst>
            <pc:docMk/>
            <pc:sldMk cId="1713874359" sldId="277"/>
            <ac:spMk id="30" creationId="{402AAAB1-DF85-DA9C-A5B8-E10803E9DDD4}"/>
          </ac:spMkLst>
        </pc:spChg>
        <pc:spChg chg="mod">
          <ac:chgData name="Rozier Vilardell Guilhem" userId="4546cbe3-6b77-4c90-91fb-99dde0a4e326" providerId="ADAL" clId="{5190BF95-9AD4-430C-9683-5979C0634027}" dt="2026-06-15T13:43:27.601" v="877"/>
          <ac:spMkLst>
            <pc:docMk/>
            <pc:sldMk cId="1713874359" sldId="277"/>
            <ac:spMk id="31" creationId="{928A1D72-A848-348A-6AE9-0F66AB6557D0}"/>
          </ac:spMkLst>
        </pc:spChg>
        <pc:spChg chg="del">
          <ac:chgData name="Rozier Vilardell Guilhem" userId="4546cbe3-6b77-4c90-91fb-99dde0a4e326" providerId="ADAL" clId="{5190BF95-9AD4-430C-9683-5979C0634027}" dt="2026-06-15T08:58:19.076" v="665" actId="478"/>
          <ac:spMkLst>
            <pc:docMk/>
            <pc:sldMk cId="1713874359" sldId="277"/>
            <ac:spMk id="32" creationId="{B366010D-1BBA-37DE-4972-EBB014F028D6}"/>
          </ac:spMkLst>
        </pc:spChg>
        <pc:spChg chg="mod">
          <ac:chgData name="Rozier Vilardell Guilhem" userId="4546cbe3-6b77-4c90-91fb-99dde0a4e326" providerId="ADAL" clId="{5190BF95-9AD4-430C-9683-5979C0634027}" dt="2026-06-15T13:43:51.433" v="895" actId="20577"/>
          <ac:spMkLst>
            <pc:docMk/>
            <pc:sldMk cId="1713874359" sldId="277"/>
            <ac:spMk id="33" creationId="{A86CCF78-09B7-939B-9070-29D1C5208587}"/>
          </ac:spMkLst>
        </pc:spChg>
        <pc:spChg chg="del">
          <ac:chgData name="Rozier Vilardell Guilhem" userId="4546cbe3-6b77-4c90-91fb-99dde0a4e326" providerId="ADAL" clId="{5190BF95-9AD4-430C-9683-5979C0634027}" dt="2026-06-15T08:58:19.076" v="665" actId="478"/>
          <ac:spMkLst>
            <pc:docMk/>
            <pc:sldMk cId="1713874359" sldId="277"/>
            <ac:spMk id="34" creationId="{0ED50FA0-B04B-CCF8-67C4-090A854BA498}"/>
          </ac:spMkLst>
        </pc:spChg>
        <pc:spChg chg="mod">
          <ac:chgData name="Rozier Vilardell Guilhem" userId="4546cbe3-6b77-4c90-91fb-99dde0a4e326" providerId="ADAL" clId="{5190BF95-9AD4-430C-9683-5979C0634027}" dt="2026-06-15T14:47:18.058" v="1189" actId="20577"/>
          <ac:spMkLst>
            <pc:docMk/>
            <pc:sldMk cId="1713874359" sldId="277"/>
            <ac:spMk id="100" creationId="{00000000-0000-0000-0000-000000000000}"/>
          </ac:spMkLst>
        </pc:spChg>
        <pc:grpChg chg="del">
          <ac:chgData name="Rozier Vilardell Guilhem" userId="4546cbe3-6b77-4c90-91fb-99dde0a4e326" providerId="ADAL" clId="{5190BF95-9AD4-430C-9683-5979C0634027}" dt="2026-06-15T08:58:19.076" v="665" actId="478"/>
          <ac:grpSpMkLst>
            <pc:docMk/>
            <pc:sldMk cId="1713874359" sldId="277"/>
            <ac:grpSpMk id="24" creationId="{FAFA909E-FB82-87EC-A76B-5B84F804C146}"/>
          </ac:grpSpMkLst>
        </pc:grpChg>
        <pc:grpChg chg="del">
          <ac:chgData name="Rozier Vilardell Guilhem" userId="4546cbe3-6b77-4c90-91fb-99dde0a4e326" providerId="ADAL" clId="{5190BF95-9AD4-430C-9683-5979C0634027}" dt="2026-06-15T08:58:19.076" v="665" actId="478"/>
          <ac:grpSpMkLst>
            <pc:docMk/>
            <pc:sldMk cId="1713874359" sldId="277"/>
            <ac:grpSpMk id="27" creationId="{ABA46838-C8A1-20C4-79DA-6DF38620CA80}"/>
          </ac:grpSpMkLst>
        </pc:grpChg>
        <pc:grpChg chg="add mod">
          <ac:chgData name="Rozier Vilardell Guilhem" userId="4546cbe3-6b77-4c90-91fb-99dde0a4e326" providerId="ADAL" clId="{5190BF95-9AD4-430C-9683-5979C0634027}" dt="2026-06-15T13:43:49.411" v="894" actId="14100"/>
          <ac:grpSpMkLst>
            <pc:docMk/>
            <pc:sldMk cId="1713874359" sldId="277"/>
            <ac:grpSpMk id="30" creationId="{E4E3A304-EBF2-7D6D-A599-C23A4082BE0B}"/>
          </ac:grpSpMkLst>
        </pc:grpChg>
        <pc:cxnChg chg="add mod">
          <ac:chgData name="Rozier Vilardell Guilhem" userId="4546cbe3-6b77-4c90-91fb-99dde0a4e326" providerId="ADAL" clId="{5190BF95-9AD4-430C-9683-5979C0634027}" dt="2026-06-15T14:45:20.972" v="1101" actId="1582"/>
          <ac:cxnSpMkLst>
            <pc:docMk/>
            <pc:sldMk cId="1713874359" sldId="277"/>
            <ac:cxnSpMk id="26" creationId="{6219855A-F426-19CF-6BAE-B8643FD63D5B}"/>
          </ac:cxnSpMkLst>
        </pc:cxnChg>
        <pc:cxnChg chg="add mod">
          <ac:chgData name="Rozier Vilardell Guilhem" userId="4546cbe3-6b77-4c90-91fb-99dde0a4e326" providerId="ADAL" clId="{5190BF95-9AD4-430C-9683-5979C0634027}" dt="2026-06-15T14:45:34.672" v="1104" actId="14100"/>
          <ac:cxnSpMkLst>
            <pc:docMk/>
            <pc:sldMk cId="1713874359" sldId="277"/>
            <ac:cxnSpMk id="27" creationId="{9D32B049-26B2-A8D7-A4EA-F70718850A46}"/>
          </ac:cxnSpMkLst>
        </pc:cxnChg>
      </pc:sldChg>
      <pc:sldChg chg="addSp delSp modSp add mod ord modNotesTx">
        <pc:chgData name="Rozier Vilardell Guilhem" userId="4546cbe3-6b77-4c90-91fb-99dde0a4e326" providerId="ADAL" clId="{5190BF95-9AD4-430C-9683-5979C0634027}" dt="2026-06-16T07:31:26.195" v="1743"/>
        <pc:sldMkLst>
          <pc:docMk/>
          <pc:sldMk cId="1726107046" sldId="278"/>
        </pc:sldMkLst>
        <pc:spChg chg="add">
          <ac:chgData name="Rozier Vilardell Guilhem" userId="4546cbe3-6b77-4c90-91fb-99dde0a4e326" providerId="ADAL" clId="{5190BF95-9AD4-430C-9683-5979C0634027}" dt="2026-06-15T14:40:39.374" v="1046" actId="22"/>
          <ac:spMkLst>
            <pc:docMk/>
            <pc:sldMk cId="1726107046" sldId="278"/>
            <ac:spMk id="3" creationId="{59B5C690-B028-9538-81A2-E77139048005}"/>
          </ac:spMkLst>
        </pc:spChg>
        <pc:spChg chg="mod">
          <ac:chgData name="Rozier Vilardell Guilhem" userId="4546cbe3-6b77-4c90-91fb-99dde0a4e326" providerId="ADAL" clId="{5190BF95-9AD4-430C-9683-5979C0634027}" dt="2026-06-16T06:45:58.284" v="1260"/>
          <ac:spMkLst>
            <pc:docMk/>
            <pc:sldMk cId="1726107046" sldId="278"/>
            <ac:spMk id="7" creationId="{1E237C06-B830-E432-70CC-38EE5B53A8DA}"/>
          </ac:spMkLst>
        </pc:spChg>
        <pc:spChg chg="del">
          <ac:chgData name="Rozier Vilardell Guilhem" userId="4546cbe3-6b77-4c90-91fb-99dde0a4e326" providerId="ADAL" clId="{5190BF95-9AD4-430C-9683-5979C0634027}" dt="2026-06-15T14:40:38.932" v="1045" actId="478"/>
          <ac:spMkLst>
            <pc:docMk/>
            <pc:sldMk cId="1726107046" sldId="278"/>
            <ac:spMk id="7" creationId="{C2E497CB-5CAD-8DE1-6A56-E8CF29DB623B}"/>
          </ac:spMkLst>
        </pc:spChg>
        <pc:spChg chg="mod">
          <ac:chgData name="Rozier Vilardell Guilhem" userId="4546cbe3-6b77-4c90-91fb-99dde0a4e326" providerId="ADAL" clId="{5190BF95-9AD4-430C-9683-5979C0634027}" dt="2026-06-16T06:46:28.573" v="1275" actId="20577"/>
          <ac:spMkLst>
            <pc:docMk/>
            <pc:sldMk cId="1726107046" sldId="278"/>
            <ac:spMk id="8" creationId="{98BDE13D-BCDE-EFFB-6E5A-42B04B863545}"/>
          </ac:spMkLst>
        </pc:spChg>
        <pc:spChg chg="del">
          <ac:chgData name="Rozier Vilardell Guilhem" userId="4546cbe3-6b77-4c90-91fb-99dde0a4e326" providerId="ADAL" clId="{5190BF95-9AD4-430C-9683-5979C0634027}" dt="2026-06-15T14:40:37.762" v="1044" actId="478"/>
          <ac:spMkLst>
            <pc:docMk/>
            <pc:sldMk cId="1726107046" sldId="278"/>
            <ac:spMk id="8" creationId="{C9084B90-5012-B8C1-8C5D-DE268591592F}"/>
          </ac:spMkLst>
        </pc:spChg>
        <pc:spChg chg="mod">
          <ac:chgData name="Rozier Vilardell Guilhem" userId="4546cbe3-6b77-4c90-91fb-99dde0a4e326" providerId="ADAL" clId="{5190BF95-9AD4-430C-9683-5979C0634027}" dt="2026-06-15T08:58:30.779" v="678" actId="20577"/>
          <ac:spMkLst>
            <pc:docMk/>
            <pc:sldMk cId="1726107046" sldId="278"/>
            <ac:spMk id="9" creationId="{81C3A62C-7C32-3579-FF12-C8A8A054F6EA}"/>
          </ac:spMkLst>
        </pc:spChg>
        <pc:spChg chg="add mod">
          <ac:chgData name="Rozier Vilardell Guilhem" userId="4546cbe3-6b77-4c90-91fb-99dde0a4e326" providerId="ADAL" clId="{5190BF95-9AD4-430C-9683-5979C0634027}" dt="2026-06-15T14:42:26.158" v="1071" actId="1076"/>
          <ac:spMkLst>
            <pc:docMk/>
            <pc:sldMk cId="1726107046" sldId="278"/>
            <ac:spMk id="12" creationId="{CF8220B6-29A9-101B-A225-48F1FBD774B3}"/>
          </ac:spMkLst>
        </pc:spChg>
        <pc:spChg chg="mod">
          <ac:chgData name="Rozier Vilardell Guilhem" userId="4546cbe3-6b77-4c90-91fb-99dde0a4e326" providerId="ADAL" clId="{5190BF95-9AD4-430C-9683-5979C0634027}" dt="2026-06-16T06:46:02.392" v="1262"/>
          <ac:spMkLst>
            <pc:docMk/>
            <pc:sldMk cId="1726107046" sldId="278"/>
            <ac:spMk id="16" creationId="{9F3C8EED-5C18-51CB-DE5A-4352B7F03F30}"/>
          </ac:spMkLst>
        </pc:spChg>
        <pc:spChg chg="add">
          <ac:chgData name="Rozier Vilardell Guilhem" userId="4546cbe3-6b77-4c90-91fb-99dde0a4e326" providerId="ADAL" clId="{5190BF95-9AD4-430C-9683-5979C0634027}" dt="2026-06-15T14:40:39.374" v="1046" actId="22"/>
          <ac:spMkLst>
            <pc:docMk/>
            <pc:sldMk cId="1726107046" sldId="278"/>
            <ac:spMk id="19" creationId="{C55DD2AE-4C4B-E70B-70AC-8AFA49D9E5D4}"/>
          </ac:spMkLst>
        </pc:spChg>
        <pc:spChg chg="mod">
          <ac:chgData name="Rozier Vilardell Guilhem" userId="4546cbe3-6b77-4c90-91fb-99dde0a4e326" providerId="ADAL" clId="{5190BF95-9AD4-430C-9683-5979C0634027}" dt="2026-06-16T06:47:00.559" v="1309" actId="20577"/>
          <ac:spMkLst>
            <pc:docMk/>
            <pc:sldMk cId="1726107046" sldId="278"/>
            <ac:spMk id="20" creationId="{09A983C4-108A-A668-6D27-0311A510D195}"/>
          </ac:spMkLst>
        </pc:spChg>
        <pc:spChg chg="del">
          <ac:chgData name="Rozier Vilardell Guilhem" userId="4546cbe3-6b77-4c90-91fb-99dde0a4e326" providerId="ADAL" clId="{5190BF95-9AD4-430C-9683-5979C0634027}" dt="2026-06-15T14:40:35.940" v="1043" actId="478"/>
          <ac:spMkLst>
            <pc:docMk/>
            <pc:sldMk cId="1726107046" sldId="278"/>
            <ac:spMk id="20" creationId="{751D85F9-018F-B1EE-5806-5219200E85B4}"/>
          </ac:spMkLst>
        </pc:spChg>
        <pc:spChg chg="mod">
          <ac:chgData name="Rozier Vilardell Guilhem" userId="4546cbe3-6b77-4c90-91fb-99dde0a4e326" providerId="ADAL" clId="{5190BF95-9AD4-430C-9683-5979C0634027}" dt="2026-06-16T06:46:10.563" v="1264"/>
          <ac:spMkLst>
            <pc:docMk/>
            <pc:sldMk cId="1726107046" sldId="278"/>
            <ac:spMk id="22" creationId="{91813B19-3E9F-FACE-070F-B69C6C6B8B69}"/>
          </ac:spMkLst>
        </pc:spChg>
        <pc:spChg chg="mod">
          <ac:chgData name="Rozier Vilardell Guilhem" userId="4546cbe3-6b77-4c90-91fb-99dde0a4e326" providerId="ADAL" clId="{5190BF95-9AD4-430C-9683-5979C0634027}" dt="2026-06-16T06:47:05.481" v="1311" actId="20577"/>
          <ac:spMkLst>
            <pc:docMk/>
            <pc:sldMk cId="1726107046" sldId="278"/>
            <ac:spMk id="23" creationId="{31C861DE-2FC4-4920-EC50-F2E42DBB8506}"/>
          </ac:spMkLst>
        </pc:spChg>
        <pc:spChg chg="add mod">
          <ac:chgData name="Rozier Vilardell Guilhem" userId="4546cbe3-6b77-4c90-91fb-99dde0a4e326" providerId="ADAL" clId="{5190BF95-9AD4-430C-9683-5979C0634027}" dt="2026-06-16T06:49:28.955" v="1400" actId="1076"/>
          <ac:spMkLst>
            <pc:docMk/>
            <pc:sldMk cId="1726107046" sldId="278"/>
            <ac:spMk id="24" creationId="{4DD24A43-188A-19FA-4044-39FD9A779BF3}"/>
          </ac:spMkLst>
        </pc:spChg>
        <pc:spChg chg="add mod">
          <ac:chgData name="Rozier Vilardell Guilhem" userId="4546cbe3-6b77-4c90-91fb-99dde0a4e326" providerId="ADAL" clId="{5190BF95-9AD4-430C-9683-5979C0634027}" dt="2026-06-16T06:49:28.955" v="1400" actId="1076"/>
          <ac:spMkLst>
            <pc:docMk/>
            <pc:sldMk cId="1726107046" sldId="278"/>
            <ac:spMk id="25" creationId="{0A68FB61-0D1F-4670-F317-D77CE37ABFFF}"/>
          </ac:spMkLst>
        </pc:spChg>
        <pc:spChg chg="add mod">
          <ac:chgData name="Rozier Vilardell Guilhem" userId="4546cbe3-6b77-4c90-91fb-99dde0a4e326" providerId="ADAL" clId="{5190BF95-9AD4-430C-9683-5979C0634027}" dt="2026-06-16T06:49:28.955" v="1400" actId="1076"/>
          <ac:spMkLst>
            <pc:docMk/>
            <pc:sldMk cId="1726107046" sldId="278"/>
            <ac:spMk id="26" creationId="{0EA568C0-E7D7-C0C6-D4A7-A296BFA6785F}"/>
          </ac:spMkLst>
        </pc:spChg>
        <pc:spChg chg="mod">
          <ac:chgData name="Rozier Vilardell Guilhem" userId="4546cbe3-6b77-4c90-91fb-99dde0a4e326" providerId="ADAL" clId="{5190BF95-9AD4-430C-9683-5979C0634027}" dt="2026-06-16T06:49:37.321" v="1401" actId="1076"/>
          <ac:spMkLst>
            <pc:docMk/>
            <pc:sldMk cId="1726107046" sldId="278"/>
            <ac:spMk id="100" creationId="{00000000-0000-0000-0000-000000000000}"/>
          </ac:spMkLst>
        </pc:spChg>
        <pc:spChg chg="mod">
          <ac:chgData name="Rozier Vilardell Guilhem" userId="4546cbe3-6b77-4c90-91fb-99dde0a4e326" providerId="ADAL" clId="{5190BF95-9AD4-430C-9683-5979C0634027}" dt="2026-06-16T06:49:41.772" v="1402" actId="1076"/>
          <ac:spMkLst>
            <pc:docMk/>
            <pc:sldMk cId="1726107046" sldId="278"/>
            <ac:spMk id="101" creationId="{00000000-0000-0000-0000-000000000000}"/>
          </ac:spMkLst>
        </pc:spChg>
        <pc:grpChg chg="add mod">
          <ac:chgData name="Rozier Vilardell Guilhem" userId="4546cbe3-6b77-4c90-91fb-99dde0a4e326" providerId="ADAL" clId="{5190BF95-9AD4-430C-9683-5979C0634027}" dt="2026-06-16T06:49:28.955" v="1400" actId="1076"/>
          <ac:grpSpMkLst>
            <pc:docMk/>
            <pc:sldMk cId="1726107046" sldId="278"/>
            <ac:grpSpMk id="2" creationId="{943F4E05-F63D-D733-10BE-02E979E2AFA2}"/>
          </ac:grpSpMkLst>
        </pc:grpChg>
        <pc:grpChg chg="add mod">
          <ac:chgData name="Rozier Vilardell Guilhem" userId="4546cbe3-6b77-4c90-91fb-99dde0a4e326" providerId="ADAL" clId="{5190BF95-9AD4-430C-9683-5979C0634027}" dt="2026-06-16T06:49:28.955" v="1400" actId="1076"/>
          <ac:grpSpMkLst>
            <pc:docMk/>
            <pc:sldMk cId="1726107046" sldId="278"/>
            <ac:grpSpMk id="11" creationId="{573020EF-3136-E33F-73D8-48AAA604A331}"/>
          </ac:grpSpMkLst>
        </pc:grpChg>
        <pc:grpChg chg="add mod">
          <ac:chgData name="Rozier Vilardell Guilhem" userId="4546cbe3-6b77-4c90-91fb-99dde0a4e326" providerId="ADAL" clId="{5190BF95-9AD4-430C-9683-5979C0634027}" dt="2026-06-16T06:49:28.955" v="1400" actId="1076"/>
          <ac:grpSpMkLst>
            <pc:docMk/>
            <pc:sldMk cId="1726107046" sldId="278"/>
            <ac:grpSpMk id="21" creationId="{FDEEBE28-085C-1930-B0B1-ED8EAE38E641}"/>
          </ac:grpSpMkLst>
        </pc:grpChg>
      </pc:sldChg>
      <pc:sldChg chg="del">
        <pc:chgData name="Rozier Vilardell Guilhem" userId="4546cbe3-6b77-4c90-91fb-99dde0a4e326" providerId="ADAL" clId="{5190BF95-9AD4-430C-9683-5979C0634027}" dt="2026-06-15T07:54:10.376" v="111" actId="47"/>
        <pc:sldMkLst>
          <pc:docMk/>
          <pc:sldMk cId="3923899473" sldId="278"/>
        </pc:sldMkLst>
      </pc:sldChg>
      <pc:sldChg chg="delSp modSp add del mod">
        <pc:chgData name="Rozier Vilardell Guilhem" userId="4546cbe3-6b77-4c90-91fb-99dde0a4e326" providerId="ADAL" clId="{5190BF95-9AD4-430C-9683-5979C0634027}" dt="2026-06-15T14:38:15.464" v="933" actId="2696"/>
        <pc:sldMkLst>
          <pc:docMk/>
          <pc:sldMk cId="2734403259" sldId="279"/>
        </pc:sldMkLst>
        <pc:spChg chg="mod">
          <ac:chgData name="Rozier Vilardell Guilhem" userId="4546cbe3-6b77-4c90-91fb-99dde0a4e326" providerId="ADAL" clId="{5190BF95-9AD4-430C-9683-5979C0634027}" dt="2026-06-15T09:08:58.471" v="693" actId="20577"/>
          <ac:spMkLst>
            <pc:docMk/>
            <pc:sldMk cId="2734403259" sldId="279"/>
            <ac:spMk id="9" creationId="{FC812A35-BC60-30B6-3D7B-C84DC35AF3BD}"/>
          </ac:spMkLst>
        </pc:spChg>
        <pc:spChg chg="del">
          <ac:chgData name="Rozier Vilardell Guilhem" userId="4546cbe3-6b77-4c90-91fb-99dde0a4e326" providerId="ADAL" clId="{5190BF95-9AD4-430C-9683-5979C0634027}" dt="2026-06-15T14:38:00.884" v="932" actId="478"/>
          <ac:spMkLst>
            <pc:docMk/>
            <pc:sldMk cId="2734403259" sldId="279"/>
            <ac:spMk id="100" creationId="{00000000-0000-0000-0000-000000000000}"/>
          </ac:spMkLst>
        </pc:spChg>
      </pc:sldChg>
      <pc:sldChg chg="del">
        <pc:chgData name="Rozier Vilardell Guilhem" userId="4546cbe3-6b77-4c90-91fb-99dde0a4e326" providerId="ADAL" clId="{5190BF95-9AD4-430C-9683-5979C0634027}" dt="2026-06-15T07:53:59.871" v="106" actId="47"/>
        <pc:sldMkLst>
          <pc:docMk/>
          <pc:sldMk cId="4162981655" sldId="279"/>
        </pc:sldMkLst>
      </pc:sldChg>
      <pc:sldChg chg="del">
        <pc:chgData name="Rozier Vilardell Guilhem" userId="4546cbe3-6b77-4c90-91fb-99dde0a4e326" providerId="ADAL" clId="{5190BF95-9AD4-430C-9683-5979C0634027}" dt="2026-06-15T07:53:50.143" v="89" actId="47"/>
        <pc:sldMkLst>
          <pc:docMk/>
          <pc:sldMk cId="390616129" sldId="280"/>
        </pc:sldMkLst>
      </pc:sldChg>
      <pc:sldChg chg="addSp delSp modSp add mod modNotesTx">
        <pc:chgData name="Rozier Vilardell Guilhem" userId="4546cbe3-6b77-4c90-91fb-99dde0a4e326" providerId="ADAL" clId="{5190BF95-9AD4-430C-9683-5979C0634027}" dt="2026-06-16T06:53:54.053" v="1420" actId="20577"/>
        <pc:sldMkLst>
          <pc:docMk/>
          <pc:sldMk cId="669924192" sldId="280"/>
        </pc:sldMkLst>
        <pc:spChg chg="add mod">
          <ac:chgData name="Rozier Vilardell Guilhem" userId="4546cbe3-6b77-4c90-91fb-99dde0a4e326" providerId="ADAL" clId="{5190BF95-9AD4-430C-9683-5979C0634027}" dt="2026-06-15T09:10:17.823" v="710" actId="12"/>
          <ac:spMkLst>
            <pc:docMk/>
            <pc:sldMk cId="669924192" sldId="280"/>
            <ac:spMk id="3" creationId="{C22CB6E6-0BB9-C228-4E97-E7CCF03F0AAD}"/>
          </ac:spMkLst>
        </pc:spChg>
        <pc:spChg chg="del">
          <ac:chgData name="Rozier Vilardell Guilhem" userId="4546cbe3-6b77-4c90-91fb-99dde0a4e326" providerId="ADAL" clId="{5190BF95-9AD4-430C-9683-5979C0634027}" dt="2026-06-15T14:40:46.375" v="1047" actId="478"/>
          <ac:spMkLst>
            <pc:docMk/>
            <pc:sldMk cId="669924192" sldId="280"/>
            <ac:spMk id="7" creationId="{397EECBF-90AB-391F-97D5-7DB4DE1CCEC9}"/>
          </ac:spMkLst>
        </pc:spChg>
        <pc:spChg chg="del">
          <ac:chgData name="Rozier Vilardell Guilhem" userId="4546cbe3-6b77-4c90-91fb-99dde0a4e326" providerId="ADAL" clId="{5190BF95-9AD4-430C-9683-5979C0634027}" dt="2026-06-15T14:40:46.375" v="1047" actId="478"/>
          <ac:spMkLst>
            <pc:docMk/>
            <pc:sldMk cId="669924192" sldId="280"/>
            <ac:spMk id="8" creationId="{08DAEEA6-E0E0-46E6-169B-EC4994A17336}"/>
          </ac:spMkLst>
        </pc:spChg>
        <pc:spChg chg="mod">
          <ac:chgData name="Rozier Vilardell Guilhem" userId="4546cbe3-6b77-4c90-91fb-99dde0a4e326" providerId="ADAL" clId="{5190BF95-9AD4-430C-9683-5979C0634027}" dt="2026-06-15T09:09:12.551" v="704" actId="20577"/>
          <ac:spMkLst>
            <pc:docMk/>
            <pc:sldMk cId="669924192" sldId="280"/>
            <ac:spMk id="9" creationId="{A426D62F-408F-E638-29A7-E4E4BCBA407B}"/>
          </ac:spMkLst>
        </pc:spChg>
        <pc:spChg chg="add mod">
          <ac:chgData name="Rozier Vilardell Guilhem" userId="4546cbe3-6b77-4c90-91fb-99dde0a4e326" providerId="ADAL" clId="{5190BF95-9AD4-430C-9683-5979C0634027}" dt="2026-06-15T09:13:55.083" v="859" actId="1076"/>
          <ac:spMkLst>
            <pc:docMk/>
            <pc:sldMk cId="669924192" sldId="280"/>
            <ac:spMk id="11" creationId="{79EE6360-AF69-A914-3894-123206D51D59}"/>
          </ac:spMkLst>
        </pc:spChg>
        <pc:spChg chg="add mod">
          <ac:chgData name="Rozier Vilardell Guilhem" userId="4546cbe3-6b77-4c90-91fb-99dde0a4e326" providerId="ADAL" clId="{5190BF95-9AD4-430C-9683-5979C0634027}" dt="2026-06-16T06:53:54.053" v="1420" actId="20577"/>
          <ac:spMkLst>
            <pc:docMk/>
            <pc:sldMk cId="669924192" sldId="280"/>
            <ac:spMk id="12" creationId="{D1BD08C9-0A78-381E-5A6A-E3FA8BBA9AD8}"/>
          </ac:spMkLst>
        </pc:spChg>
        <pc:spChg chg="add">
          <ac:chgData name="Rozier Vilardell Guilhem" userId="4546cbe3-6b77-4c90-91fb-99dde0a4e326" providerId="ADAL" clId="{5190BF95-9AD4-430C-9683-5979C0634027}" dt="2026-06-15T14:40:46.802" v="1048" actId="22"/>
          <ac:spMkLst>
            <pc:docMk/>
            <pc:sldMk cId="669924192" sldId="280"/>
            <ac:spMk id="16" creationId="{FF5FDDA7-4251-0280-07F1-65F34EF6938E}"/>
          </ac:spMkLst>
        </pc:spChg>
        <pc:spChg chg="del">
          <ac:chgData name="Rozier Vilardell Guilhem" userId="4546cbe3-6b77-4c90-91fb-99dde0a4e326" providerId="ADAL" clId="{5190BF95-9AD4-430C-9683-5979C0634027}" dt="2026-06-15T14:40:46.375" v="1047" actId="478"/>
          <ac:spMkLst>
            <pc:docMk/>
            <pc:sldMk cId="669924192" sldId="280"/>
            <ac:spMk id="20" creationId="{7FFAD438-9D6E-18DA-A056-DFDC443201CC}"/>
          </ac:spMkLst>
        </pc:spChg>
        <pc:spChg chg="add">
          <ac:chgData name="Rozier Vilardell Guilhem" userId="4546cbe3-6b77-4c90-91fb-99dde0a4e326" providerId="ADAL" clId="{5190BF95-9AD4-430C-9683-5979C0634027}" dt="2026-06-15T14:40:46.802" v="1048" actId="22"/>
          <ac:spMkLst>
            <pc:docMk/>
            <pc:sldMk cId="669924192" sldId="280"/>
            <ac:spMk id="21" creationId="{031A2530-6F95-9DB0-3F69-DBDB023D8CC3}"/>
          </ac:spMkLst>
        </pc:spChg>
        <pc:spChg chg="add">
          <ac:chgData name="Rozier Vilardell Guilhem" userId="4546cbe3-6b77-4c90-91fb-99dde0a4e326" providerId="ADAL" clId="{5190BF95-9AD4-430C-9683-5979C0634027}" dt="2026-06-15T14:40:46.802" v="1048" actId="22"/>
          <ac:spMkLst>
            <pc:docMk/>
            <pc:sldMk cId="669924192" sldId="280"/>
            <ac:spMk id="23" creationId="{ADB910D6-724A-0033-5B49-0B08DD0BE9A7}"/>
          </ac:spMkLst>
        </pc:spChg>
      </pc:sldChg>
      <pc:sldChg chg="addSp delSp modSp add mod modNotesTx">
        <pc:chgData name="Rozier Vilardell Guilhem" userId="4546cbe3-6b77-4c90-91fb-99dde0a4e326" providerId="ADAL" clId="{5190BF95-9AD4-430C-9683-5979C0634027}" dt="2026-06-16T07:31:48.646" v="1747" actId="20577"/>
        <pc:sldMkLst>
          <pc:docMk/>
          <pc:sldMk cId="292578740" sldId="281"/>
        </pc:sldMkLst>
        <pc:spChg chg="add">
          <ac:chgData name="Rozier Vilardell Guilhem" userId="4546cbe3-6b77-4c90-91fb-99dde0a4e326" providerId="ADAL" clId="{5190BF95-9AD4-430C-9683-5979C0634027}" dt="2026-06-15T14:40:30.026" v="1042" actId="22"/>
          <ac:spMkLst>
            <pc:docMk/>
            <pc:sldMk cId="292578740" sldId="281"/>
            <ac:spMk id="3" creationId="{A382E033-9F79-5A76-600F-DEA99E244EBA}"/>
          </ac:spMkLst>
        </pc:spChg>
        <pc:spChg chg="del">
          <ac:chgData name="Rozier Vilardell Guilhem" userId="4546cbe3-6b77-4c90-91fb-99dde0a4e326" providerId="ADAL" clId="{5190BF95-9AD4-430C-9683-5979C0634027}" dt="2026-06-15T14:40:29.430" v="1041" actId="478"/>
          <ac:spMkLst>
            <pc:docMk/>
            <pc:sldMk cId="292578740" sldId="281"/>
            <ac:spMk id="7" creationId="{78B9ACC0-006D-C562-0493-919A330850D5}"/>
          </ac:spMkLst>
        </pc:spChg>
        <pc:spChg chg="del">
          <ac:chgData name="Rozier Vilardell Guilhem" userId="4546cbe3-6b77-4c90-91fb-99dde0a4e326" providerId="ADAL" clId="{5190BF95-9AD4-430C-9683-5979C0634027}" dt="2026-06-15T14:40:29.430" v="1041" actId="478"/>
          <ac:spMkLst>
            <pc:docMk/>
            <pc:sldMk cId="292578740" sldId="281"/>
            <ac:spMk id="8" creationId="{B8F7DA49-C1C6-7D6C-A5D6-189AFB19D591}"/>
          </ac:spMkLst>
        </pc:spChg>
        <pc:spChg chg="mod">
          <ac:chgData name="Rozier Vilardell Guilhem" userId="4546cbe3-6b77-4c90-91fb-99dde0a4e326" providerId="ADAL" clId="{5190BF95-9AD4-430C-9683-5979C0634027}" dt="2026-06-15T13:44:06.949" v="920" actId="20577"/>
          <ac:spMkLst>
            <pc:docMk/>
            <pc:sldMk cId="292578740" sldId="281"/>
            <ac:spMk id="9" creationId="{DF4E88E5-39A9-6890-C297-6E189E4CA5E9}"/>
          </ac:spMkLst>
        </pc:spChg>
        <pc:spChg chg="add mod">
          <ac:chgData name="Rozier Vilardell Guilhem" userId="4546cbe3-6b77-4c90-91fb-99dde0a4e326" providerId="ADAL" clId="{5190BF95-9AD4-430C-9683-5979C0634027}" dt="2026-06-15T14:42:13.692" v="1070" actId="1076"/>
          <ac:spMkLst>
            <pc:docMk/>
            <pc:sldMk cId="292578740" sldId="281"/>
            <ac:spMk id="12" creationId="{EF57F496-3445-D6AE-A7F5-88439117654C}"/>
          </ac:spMkLst>
        </pc:spChg>
        <pc:spChg chg="add mod">
          <ac:chgData name="Rozier Vilardell Guilhem" userId="4546cbe3-6b77-4c90-91fb-99dde0a4e326" providerId="ADAL" clId="{5190BF95-9AD4-430C-9683-5979C0634027}" dt="2026-06-15T14:42:10.653" v="1069" actId="1076"/>
          <ac:spMkLst>
            <pc:docMk/>
            <pc:sldMk cId="292578740" sldId="281"/>
            <ac:spMk id="19" creationId="{9FEED073-BC9E-F6B2-5921-1128CA2B5C6C}"/>
          </ac:spMkLst>
        </pc:spChg>
        <pc:spChg chg="del">
          <ac:chgData name="Rozier Vilardell Guilhem" userId="4546cbe3-6b77-4c90-91fb-99dde0a4e326" providerId="ADAL" clId="{5190BF95-9AD4-430C-9683-5979C0634027}" dt="2026-06-15T14:40:29.430" v="1041" actId="478"/>
          <ac:spMkLst>
            <pc:docMk/>
            <pc:sldMk cId="292578740" sldId="281"/>
            <ac:spMk id="20" creationId="{AF520721-AEC0-4125-414F-97BA35A1C2D7}"/>
          </ac:spMkLst>
        </pc:spChg>
        <pc:spChg chg="mod">
          <ac:chgData name="Rozier Vilardell Guilhem" userId="4546cbe3-6b77-4c90-91fb-99dde0a4e326" providerId="ADAL" clId="{5190BF95-9AD4-430C-9683-5979C0634027}" dt="2026-06-15T14:47:52.366" v="1190"/>
          <ac:spMkLst>
            <pc:docMk/>
            <pc:sldMk cId="292578740" sldId="281"/>
            <ac:spMk id="22" creationId="{E581C90F-B77A-5BE9-61FF-5E881A5DD090}"/>
          </ac:spMkLst>
        </pc:spChg>
        <pc:spChg chg="mod">
          <ac:chgData name="Rozier Vilardell Guilhem" userId="4546cbe3-6b77-4c90-91fb-99dde0a4e326" providerId="ADAL" clId="{5190BF95-9AD4-430C-9683-5979C0634027}" dt="2026-06-15T14:48:46.744" v="1211" actId="20577"/>
          <ac:spMkLst>
            <pc:docMk/>
            <pc:sldMk cId="292578740" sldId="281"/>
            <ac:spMk id="23" creationId="{C9CD2C03-48A0-9E29-EC14-122FE609196B}"/>
          </ac:spMkLst>
        </pc:spChg>
        <pc:spChg chg="mod">
          <ac:chgData name="Rozier Vilardell Guilhem" userId="4546cbe3-6b77-4c90-91fb-99dde0a4e326" providerId="ADAL" clId="{5190BF95-9AD4-430C-9683-5979C0634027}" dt="2026-06-15T14:48:27.999" v="1201"/>
          <ac:spMkLst>
            <pc:docMk/>
            <pc:sldMk cId="292578740" sldId="281"/>
            <ac:spMk id="25" creationId="{A29B28E2-375C-98EC-82ED-CDE3F61FB938}"/>
          </ac:spMkLst>
        </pc:spChg>
        <pc:spChg chg="mod">
          <ac:chgData name="Rozier Vilardell Guilhem" userId="4546cbe3-6b77-4c90-91fb-99dde0a4e326" providerId="ADAL" clId="{5190BF95-9AD4-430C-9683-5979C0634027}" dt="2026-06-15T14:48:27.999" v="1201"/>
          <ac:spMkLst>
            <pc:docMk/>
            <pc:sldMk cId="292578740" sldId="281"/>
            <ac:spMk id="26" creationId="{9274483B-DAD8-D49E-B62C-835774CD6D31}"/>
          </ac:spMkLst>
        </pc:spChg>
        <pc:spChg chg="mod">
          <ac:chgData name="Rozier Vilardell Guilhem" userId="4546cbe3-6b77-4c90-91fb-99dde0a4e326" providerId="ADAL" clId="{5190BF95-9AD4-430C-9683-5979C0634027}" dt="2026-06-15T14:48:29.380" v="1202"/>
          <ac:spMkLst>
            <pc:docMk/>
            <pc:sldMk cId="292578740" sldId="281"/>
            <ac:spMk id="28" creationId="{23A77E8D-3CC7-6EA7-757E-A21202DD5009}"/>
          </ac:spMkLst>
        </pc:spChg>
        <pc:spChg chg="mod">
          <ac:chgData name="Rozier Vilardell Guilhem" userId="4546cbe3-6b77-4c90-91fb-99dde0a4e326" providerId="ADAL" clId="{5190BF95-9AD4-430C-9683-5979C0634027}" dt="2026-06-15T14:48:59.599" v="1225" actId="20577"/>
          <ac:spMkLst>
            <pc:docMk/>
            <pc:sldMk cId="292578740" sldId="281"/>
            <ac:spMk id="29" creationId="{4C190BB0-BBFA-F526-B0A1-68A17EE729F0}"/>
          </ac:spMkLst>
        </pc:spChg>
        <pc:spChg chg="mod">
          <ac:chgData name="Rozier Vilardell Guilhem" userId="4546cbe3-6b77-4c90-91fb-99dde0a4e326" providerId="ADAL" clId="{5190BF95-9AD4-430C-9683-5979C0634027}" dt="2026-06-15T14:48:30.138" v="1203"/>
          <ac:spMkLst>
            <pc:docMk/>
            <pc:sldMk cId="292578740" sldId="281"/>
            <ac:spMk id="31" creationId="{A5DD2CC8-5DAD-3137-9BA6-675DBD1C62C2}"/>
          </ac:spMkLst>
        </pc:spChg>
        <pc:spChg chg="mod">
          <ac:chgData name="Rozier Vilardell Guilhem" userId="4546cbe3-6b77-4c90-91fb-99dde0a4e326" providerId="ADAL" clId="{5190BF95-9AD4-430C-9683-5979C0634027}" dt="2026-06-15T14:48:53.504" v="1219" actId="20577"/>
          <ac:spMkLst>
            <pc:docMk/>
            <pc:sldMk cId="292578740" sldId="281"/>
            <ac:spMk id="32" creationId="{740DB365-FADB-59AE-C078-0196CF599B70}"/>
          </ac:spMkLst>
        </pc:spChg>
        <pc:spChg chg="add mod">
          <ac:chgData name="Rozier Vilardell Guilhem" userId="4546cbe3-6b77-4c90-91fb-99dde0a4e326" providerId="ADAL" clId="{5190BF95-9AD4-430C-9683-5979C0634027}" dt="2026-06-16T07:31:48.646" v="1747" actId="20577"/>
          <ac:spMkLst>
            <pc:docMk/>
            <pc:sldMk cId="292578740" sldId="281"/>
            <ac:spMk id="38" creationId="{306AA191-53A7-2BEE-70DD-1484879BB4CC}"/>
          </ac:spMkLst>
        </pc:spChg>
        <pc:spChg chg="add mod">
          <ac:chgData name="Rozier Vilardell Guilhem" userId="4546cbe3-6b77-4c90-91fb-99dde0a4e326" providerId="ADAL" clId="{5190BF95-9AD4-430C-9683-5979C0634027}" dt="2026-06-15T14:50:15.900" v="1238" actId="1076"/>
          <ac:spMkLst>
            <pc:docMk/>
            <pc:sldMk cId="292578740" sldId="281"/>
            <ac:spMk id="41" creationId="{EA0718E3-255B-22D7-C981-51045E680AEC}"/>
          </ac:spMkLst>
        </pc:spChg>
        <pc:spChg chg="add mod">
          <ac:chgData name="Rozier Vilardell Guilhem" userId="4546cbe3-6b77-4c90-91fb-99dde0a4e326" providerId="ADAL" clId="{5190BF95-9AD4-430C-9683-5979C0634027}" dt="2026-06-15T14:51:12.032" v="1250" actId="1076"/>
          <ac:spMkLst>
            <pc:docMk/>
            <pc:sldMk cId="292578740" sldId="281"/>
            <ac:spMk id="44" creationId="{D71D28BB-BD7B-4D44-4C40-F0DA78707DDF}"/>
          </ac:spMkLst>
        </pc:spChg>
        <pc:spChg chg="mod">
          <ac:chgData name="Rozier Vilardell Guilhem" userId="4546cbe3-6b77-4c90-91fb-99dde0a4e326" providerId="ADAL" clId="{5190BF95-9AD4-430C-9683-5979C0634027}" dt="2026-06-15T14:50:59.329" v="1248" actId="1076"/>
          <ac:spMkLst>
            <pc:docMk/>
            <pc:sldMk cId="292578740" sldId="281"/>
            <ac:spMk id="100" creationId="{00000000-0000-0000-0000-000000000000}"/>
          </ac:spMkLst>
        </pc:spChg>
        <pc:spChg chg="del">
          <ac:chgData name="Rozier Vilardell Guilhem" userId="4546cbe3-6b77-4c90-91fb-99dde0a4e326" providerId="ADAL" clId="{5190BF95-9AD4-430C-9683-5979C0634027}" dt="2026-06-15T14:36:54.018" v="927" actId="478"/>
          <ac:spMkLst>
            <pc:docMk/>
            <pc:sldMk cId="292578740" sldId="281"/>
            <ac:spMk id="101" creationId="{00000000-0000-0000-0000-000000000000}"/>
          </ac:spMkLst>
        </pc:spChg>
        <pc:grpChg chg="add mod">
          <ac:chgData name="Rozier Vilardell Guilhem" userId="4546cbe3-6b77-4c90-91fb-99dde0a4e326" providerId="ADAL" clId="{5190BF95-9AD4-430C-9683-5979C0634027}" dt="2026-06-15T14:48:33.554" v="1204" actId="1076"/>
          <ac:grpSpMkLst>
            <pc:docMk/>
            <pc:sldMk cId="292578740" sldId="281"/>
            <ac:grpSpMk id="21" creationId="{D60550CF-BA30-4E4B-5941-5AB7E4B012DA}"/>
          </ac:grpSpMkLst>
        </pc:grpChg>
        <pc:grpChg chg="add mod">
          <ac:chgData name="Rozier Vilardell Guilhem" userId="4546cbe3-6b77-4c90-91fb-99dde0a4e326" providerId="ADAL" clId="{5190BF95-9AD4-430C-9683-5979C0634027}" dt="2026-06-15T14:48:27.999" v="1201"/>
          <ac:grpSpMkLst>
            <pc:docMk/>
            <pc:sldMk cId="292578740" sldId="281"/>
            <ac:grpSpMk id="24" creationId="{1C2F0A30-78BB-337A-13AD-4011B71C1BDF}"/>
          </ac:grpSpMkLst>
        </pc:grpChg>
        <pc:grpChg chg="add mod">
          <ac:chgData name="Rozier Vilardell Guilhem" userId="4546cbe3-6b77-4c90-91fb-99dde0a4e326" providerId="ADAL" clId="{5190BF95-9AD4-430C-9683-5979C0634027}" dt="2026-06-15T14:48:41.487" v="1206" actId="1076"/>
          <ac:grpSpMkLst>
            <pc:docMk/>
            <pc:sldMk cId="292578740" sldId="281"/>
            <ac:grpSpMk id="27" creationId="{1CA35193-50A8-6082-5957-4A48DEB1EEC9}"/>
          </ac:grpSpMkLst>
        </pc:grpChg>
        <pc:grpChg chg="add mod">
          <ac:chgData name="Rozier Vilardell Guilhem" userId="4546cbe3-6b77-4c90-91fb-99dde0a4e326" providerId="ADAL" clId="{5190BF95-9AD4-430C-9683-5979C0634027}" dt="2026-06-15T14:48:37.456" v="1205" actId="1076"/>
          <ac:grpSpMkLst>
            <pc:docMk/>
            <pc:sldMk cId="292578740" sldId="281"/>
            <ac:grpSpMk id="30" creationId="{8E68C73F-9BFF-535E-C577-7F393EBDC4A6}"/>
          </ac:grpSpMkLst>
        </pc:grpChg>
        <pc:cxnChg chg="add mod">
          <ac:chgData name="Rozier Vilardell Guilhem" userId="4546cbe3-6b77-4c90-91fb-99dde0a4e326" providerId="ADAL" clId="{5190BF95-9AD4-430C-9683-5979C0634027}" dt="2026-06-15T14:49:30.902" v="1228" actId="14100"/>
          <ac:cxnSpMkLst>
            <pc:docMk/>
            <pc:sldMk cId="292578740" sldId="281"/>
            <ac:cxnSpMk id="34" creationId="{E158C35D-E7B9-B2C0-0C95-8E08AC5ABA58}"/>
          </ac:cxnSpMkLst>
        </pc:cxnChg>
        <pc:cxnChg chg="add mod">
          <ac:chgData name="Rozier Vilardell Guilhem" userId="4546cbe3-6b77-4c90-91fb-99dde0a4e326" providerId="ADAL" clId="{5190BF95-9AD4-430C-9683-5979C0634027}" dt="2026-06-15T14:49:54.518" v="1234" actId="1076"/>
          <ac:cxnSpMkLst>
            <pc:docMk/>
            <pc:sldMk cId="292578740" sldId="281"/>
            <ac:cxnSpMk id="39" creationId="{DB3704B2-AC46-ACED-C635-A22A9290867D}"/>
          </ac:cxnSpMkLst>
        </pc:cxnChg>
        <pc:cxnChg chg="add mod">
          <ac:chgData name="Rozier Vilardell Guilhem" userId="4546cbe3-6b77-4c90-91fb-99dde0a4e326" providerId="ADAL" clId="{5190BF95-9AD4-430C-9683-5979C0634027}" dt="2026-06-15T14:50:34.137" v="1243" actId="1076"/>
          <ac:cxnSpMkLst>
            <pc:docMk/>
            <pc:sldMk cId="292578740" sldId="281"/>
            <ac:cxnSpMk id="42" creationId="{33D5CDB0-692E-88C1-67F8-BEC1AC6A7CF8}"/>
          </ac:cxnSpMkLst>
        </pc:cxnChg>
      </pc:sldChg>
      <pc:sldChg chg="del">
        <pc:chgData name="Rozier Vilardell Guilhem" userId="4546cbe3-6b77-4c90-91fb-99dde0a4e326" providerId="ADAL" clId="{5190BF95-9AD4-430C-9683-5979C0634027}" dt="2026-06-15T07:53:50.913" v="90" actId="47"/>
        <pc:sldMkLst>
          <pc:docMk/>
          <pc:sldMk cId="2268186977" sldId="281"/>
        </pc:sldMkLst>
      </pc:sldChg>
      <pc:sldChg chg="addSp delSp modSp add mod ord">
        <pc:chgData name="Rozier Vilardell Guilhem" userId="4546cbe3-6b77-4c90-91fb-99dde0a4e326" providerId="ADAL" clId="{5190BF95-9AD4-430C-9683-5979C0634027}" dt="2026-06-16T08:43:00.662" v="1988"/>
        <pc:sldMkLst>
          <pc:docMk/>
          <pc:sldMk cId="2105653877" sldId="282"/>
        </pc:sldMkLst>
        <pc:spChg chg="mod">
          <ac:chgData name="Rozier Vilardell Guilhem" userId="4546cbe3-6b77-4c90-91fb-99dde0a4e326" providerId="ADAL" clId="{5190BF95-9AD4-430C-9683-5979C0634027}" dt="2026-06-16T06:59:56.507" v="1445" actId="20577"/>
          <ac:spMkLst>
            <pc:docMk/>
            <pc:sldMk cId="2105653877" sldId="282"/>
            <ac:spMk id="2" creationId="{67A0FB61-5721-5403-32E8-744382317AA7}"/>
          </ac:spMkLst>
        </pc:spChg>
        <pc:spChg chg="add del mod">
          <ac:chgData name="Rozier Vilardell Guilhem" userId="4546cbe3-6b77-4c90-91fb-99dde0a4e326" providerId="ADAL" clId="{5190BF95-9AD4-430C-9683-5979C0634027}" dt="2026-06-16T07:00:00.853" v="1447" actId="478"/>
          <ac:spMkLst>
            <pc:docMk/>
            <pc:sldMk cId="2105653877" sldId="282"/>
            <ac:spMk id="7" creationId="{6C459F0E-21A8-4D45-99AA-803AA70287A0}"/>
          </ac:spMkLst>
        </pc:spChg>
        <pc:spChg chg="add mod">
          <ac:chgData name="Rozier Vilardell Guilhem" userId="4546cbe3-6b77-4c90-91fb-99dde0a4e326" providerId="ADAL" clId="{5190BF95-9AD4-430C-9683-5979C0634027}" dt="2026-06-16T08:42:03.058" v="1902" actId="20577"/>
          <ac:spMkLst>
            <pc:docMk/>
            <pc:sldMk cId="2105653877" sldId="282"/>
            <ac:spMk id="8" creationId="{F17188E6-3720-F7D6-7A2D-7994A095BFA1}"/>
          </ac:spMkLst>
        </pc:spChg>
        <pc:spChg chg="add mod">
          <ac:chgData name="Rozier Vilardell Guilhem" userId="4546cbe3-6b77-4c90-91fb-99dde0a4e326" providerId="ADAL" clId="{5190BF95-9AD4-430C-9683-5979C0634027}" dt="2026-06-16T07:03:54.075" v="1553" actId="1076"/>
          <ac:spMkLst>
            <pc:docMk/>
            <pc:sldMk cId="2105653877" sldId="282"/>
            <ac:spMk id="19" creationId="{6739B373-F871-9617-2867-0BC35BF1939D}"/>
          </ac:spMkLst>
        </pc:spChg>
        <pc:spChg chg="add mod">
          <ac:chgData name="Rozier Vilardell Guilhem" userId="4546cbe3-6b77-4c90-91fb-99dde0a4e326" providerId="ADAL" clId="{5190BF95-9AD4-430C-9683-5979C0634027}" dt="2026-06-16T07:03:54.075" v="1553" actId="1076"/>
          <ac:spMkLst>
            <pc:docMk/>
            <pc:sldMk cId="2105653877" sldId="282"/>
            <ac:spMk id="20" creationId="{36BCD4F2-C12A-0B1E-B88E-7770BB0A9CEF}"/>
          </ac:spMkLst>
        </pc:spChg>
        <pc:spChg chg="add mod">
          <ac:chgData name="Rozier Vilardell Guilhem" userId="4546cbe3-6b77-4c90-91fb-99dde0a4e326" providerId="ADAL" clId="{5190BF95-9AD4-430C-9683-5979C0634027}" dt="2026-06-16T07:03:54.075" v="1553" actId="1076"/>
          <ac:spMkLst>
            <pc:docMk/>
            <pc:sldMk cId="2105653877" sldId="282"/>
            <ac:spMk id="22" creationId="{D97B3CDF-6F1F-D42E-42A5-F7B95334F12F}"/>
          </ac:spMkLst>
        </pc:spChg>
        <pc:spChg chg="add mod">
          <ac:chgData name="Rozier Vilardell Guilhem" userId="4546cbe3-6b77-4c90-91fb-99dde0a4e326" providerId="ADAL" clId="{5190BF95-9AD4-430C-9683-5979C0634027}" dt="2026-06-16T08:42:39.594" v="1986" actId="20577"/>
          <ac:spMkLst>
            <pc:docMk/>
            <pc:sldMk cId="2105653877" sldId="282"/>
            <ac:spMk id="23" creationId="{201B59C6-E6AE-394D-5738-C0926C58DF8D}"/>
          </ac:spMkLst>
        </pc:spChg>
        <pc:spChg chg="add mod">
          <ac:chgData name="Rozier Vilardell Guilhem" userId="4546cbe3-6b77-4c90-91fb-99dde0a4e326" providerId="ADAL" clId="{5190BF95-9AD4-430C-9683-5979C0634027}" dt="2026-06-16T07:07:14.474" v="1672" actId="1076"/>
          <ac:spMkLst>
            <pc:docMk/>
            <pc:sldMk cId="2105653877" sldId="282"/>
            <ac:spMk id="24" creationId="{A6E24966-184F-0647-955D-235B5885B7B5}"/>
          </ac:spMkLst>
        </pc:spChg>
        <pc:spChg chg="add mod">
          <ac:chgData name="Rozier Vilardell Guilhem" userId="4546cbe3-6b77-4c90-91fb-99dde0a4e326" providerId="ADAL" clId="{5190BF95-9AD4-430C-9683-5979C0634027}" dt="2026-06-16T08:41:31.583" v="1867" actId="1076"/>
          <ac:spMkLst>
            <pc:docMk/>
            <pc:sldMk cId="2105653877" sldId="282"/>
            <ac:spMk id="25" creationId="{4841C36B-20E4-7FE9-82BB-3EF089115602}"/>
          </ac:spMkLst>
        </pc:spChg>
        <pc:spChg chg="add mod">
          <ac:chgData name="Rozier Vilardell Guilhem" userId="4546cbe3-6b77-4c90-91fb-99dde0a4e326" providerId="ADAL" clId="{5190BF95-9AD4-430C-9683-5979C0634027}" dt="2026-06-16T08:41:33.424" v="1868"/>
          <ac:spMkLst>
            <pc:docMk/>
            <pc:sldMk cId="2105653877" sldId="282"/>
            <ac:spMk id="26" creationId="{B3B7ADBC-6DE3-FB39-360F-CF3325ECAB81}"/>
          </ac:spMkLst>
        </pc:spChg>
        <pc:picChg chg="del">
          <ac:chgData name="Rozier Vilardell Guilhem" userId="4546cbe3-6b77-4c90-91fb-99dde0a4e326" providerId="ADAL" clId="{5190BF95-9AD4-430C-9683-5979C0634027}" dt="2026-06-16T06:59:58.588" v="1446" actId="478"/>
          <ac:picMkLst>
            <pc:docMk/>
            <pc:sldMk cId="2105653877" sldId="282"/>
            <ac:picMk id="9" creationId="{2ECC0789-1581-7186-547C-79ADD2A00BA9}"/>
          </ac:picMkLst>
        </pc:picChg>
      </pc:sldChg>
      <pc:sldChg chg="del">
        <pc:chgData name="Rozier Vilardell Guilhem" userId="4546cbe3-6b77-4c90-91fb-99dde0a4e326" providerId="ADAL" clId="{5190BF95-9AD4-430C-9683-5979C0634027}" dt="2026-06-15T07:53:51.702" v="91" actId="47"/>
        <pc:sldMkLst>
          <pc:docMk/>
          <pc:sldMk cId="3615233936" sldId="282"/>
        </pc:sldMkLst>
      </pc:sldChg>
      <pc:sldChg chg="del">
        <pc:chgData name="Rozier Vilardell Guilhem" userId="4546cbe3-6b77-4c90-91fb-99dde0a4e326" providerId="ADAL" clId="{5190BF95-9AD4-430C-9683-5979C0634027}" dt="2026-06-15T07:53:52.390" v="92" actId="47"/>
        <pc:sldMkLst>
          <pc:docMk/>
          <pc:sldMk cId="2953852313" sldId="283"/>
        </pc:sldMkLst>
      </pc:sldChg>
      <pc:sldChg chg="addSp delSp modSp add mod ord">
        <pc:chgData name="Rozier Vilardell Guilhem" userId="4546cbe3-6b77-4c90-91fb-99dde0a4e326" providerId="ADAL" clId="{5190BF95-9AD4-430C-9683-5979C0634027}" dt="2026-06-16T08:40:33.918" v="1865" actId="20577"/>
        <pc:sldMkLst>
          <pc:docMk/>
          <pc:sldMk cId="4075086988" sldId="283"/>
        </pc:sldMkLst>
        <pc:spChg chg="mod">
          <ac:chgData name="Rozier Vilardell Guilhem" userId="4546cbe3-6b77-4c90-91fb-99dde0a4e326" providerId="ADAL" clId="{5190BF95-9AD4-430C-9683-5979C0634027}" dt="2026-06-16T07:30:37.496" v="1740" actId="20577"/>
          <ac:spMkLst>
            <pc:docMk/>
            <pc:sldMk cId="4075086988" sldId="283"/>
            <ac:spMk id="9" creationId="{D1B846C5-292A-91A5-E92B-52E78C99EA15}"/>
          </ac:spMkLst>
        </pc:spChg>
        <pc:spChg chg="del">
          <ac:chgData name="Rozier Vilardell Guilhem" userId="4546cbe3-6b77-4c90-91fb-99dde0a4e326" providerId="ADAL" clId="{5190BF95-9AD4-430C-9683-5979C0634027}" dt="2026-06-16T07:31:00.371" v="1741" actId="478"/>
          <ac:spMkLst>
            <pc:docMk/>
            <pc:sldMk cId="4075086988" sldId="283"/>
            <ac:spMk id="24" creationId="{FB36EB3A-7D82-06E7-8D4C-268DFF42D475}"/>
          </ac:spMkLst>
        </pc:spChg>
        <pc:spChg chg="del">
          <ac:chgData name="Rozier Vilardell Guilhem" userId="4546cbe3-6b77-4c90-91fb-99dde0a4e326" providerId="ADAL" clId="{5190BF95-9AD4-430C-9683-5979C0634027}" dt="2026-06-16T07:31:00.371" v="1741" actId="478"/>
          <ac:spMkLst>
            <pc:docMk/>
            <pc:sldMk cId="4075086988" sldId="283"/>
            <ac:spMk id="25" creationId="{C8F75762-4D81-3E2F-9FE0-61DF4423BD52}"/>
          </ac:spMkLst>
        </pc:spChg>
        <pc:spChg chg="del">
          <ac:chgData name="Rozier Vilardell Guilhem" userId="4546cbe3-6b77-4c90-91fb-99dde0a4e326" providerId="ADAL" clId="{5190BF95-9AD4-430C-9683-5979C0634027}" dt="2026-06-16T07:31:00.371" v="1741" actId="478"/>
          <ac:spMkLst>
            <pc:docMk/>
            <pc:sldMk cId="4075086988" sldId="283"/>
            <ac:spMk id="26" creationId="{FC672EAE-8652-D39E-74D7-DBBF52C2E2F7}"/>
          </ac:spMkLst>
        </pc:spChg>
        <pc:spChg chg="add mod">
          <ac:chgData name="Rozier Vilardell Guilhem" userId="4546cbe3-6b77-4c90-91fb-99dde0a4e326" providerId="ADAL" clId="{5190BF95-9AD4-430C-9683-5979C0634027}" dt="2026-06-16T07:35:15.040" v="1792" actId="1076"/>
          <ac:spMkLst>
            <pc:docMk/>
            <pc:sldMk cId="4075086988" sldId="283"/>
            <ac:spMk id="28" creationId="{AC0F1E2B-8364-B961-BA78-97EC7B2375B5}"/>
          </ac:spMkLst>
        </pc:spChg>
        <pc:spChg chg="add mod">
          <ac:chgData name="Rozier Vilardell Guilhem" userId="4546cbe3-6b77-4c90-91fb-99dde0a4e326" providerId="ADAL" clId="{5190BF95-9AD4-430C-9683-5979C0634027}" dt="2026-06-16T07:33:39.911" v="1769" actId="1076"/>
          <ac:spMkLst>
            <pc:docMk/>
            <pc:sldMk cId="4075086988" sldId="283"/>
            <ac:spMk id="30" creationId="{E46C5076-8BEF-8AF7-6821-0BBFD3356C40}"/>
          </ac:spMkLst>
        </pc:spChg>
        <pc:spChg chg="add mod">
          <ac:chgData name="Rozier Vilardell Guilhem" userId="4546cbe3-6b77-4c90-91fb-99dde0a4e326" providerId="ADAL" clId="{5190BF95-9AD4-430C-9683-5979C0634027}" dt="2026-06-16T08:40:33.918" v="1865" actId="20577"/>
          <ac:spMkLst>
            <pc:docMk/>
            <pc:sldMk cId="4075086988" sldId="283"/>
            <ac:spMk id="31" creationId="{16B72644-1B7C-3AB0-1FCC-9141947B0F40}"/>
          </ac:spMkLst>
        </pc:spChg>
        <pc:spChg chg="add mod">
          <ac:chgData name="Rozier Vilardell Guilhem" userId="4546cbe3-6b77-4c90-91fb-99dde0a4e326" providerId="ADAL" clId="{5190BF95-9AD4-430C-9683-5979C0634027}" dt="2026-06-16T08:40:31.256" v="1864" actId="1076"/>
          <ac:spMkLst>
            <pc:docMk/>
            <pc:sldMk cId="4075086988" sldId="283"/>
            <ac:spMk id="32" creationId="{AA1FAAD7-7924-D555-9B5E-B155F6D09BAB}"/>
          </ac:spMkLst>
        </pc:spChg>
        <pc:spChg chg="del">
          <ac:chgData name="Rozier Vilardell Guilhem" userId="4546cbe3-6b77-4c90-91fb-99dde0a4e326" providerId="ADAL" clId="{5190BF95-9AD4-430C-9683-5979C0634027}" dt="2026-06-16T07:31:00.371" v="1741" actId="478"/>
          <ac:spMkLst>
            <pc:docMk/>
            <pc:sldMk cId="4075086988" sldId="283"/>
            <ac:spMk id="100" creationId="{2FBA8550-F81A-E47D-CE1E-43BD76A610A4}"/>
          </ac:spMkLst>
        </pc:spChg>
        <pc:spChg chg="del">
          <ac:chgData name="Rozier Vilardell Guilhem" userId="4546cbe3-6b77-4c90-91fb-99dde0a4e326" providerId="ADAL" clId="{5190BF95-9AD4-430C-9683-5979C0634027}" dt="2026-06-16T07:31:00.371" v="1741" actId="478"/>
          <ac:spMkLst>
            <pc:docMk/>
            <pc:sldMk cId="4075086988" sldId="283"/>
            <ac:spMk id="101" creationId="{C356D46B-4351-784C-BC15-67B8664EE451}"/>
          </ac:spMkLst>
        </pc:spChg>
        <pc:grpChg chg="del">
          <ac:chgData name="Rozier Vilardell Guilhem" userId="4546cbe3-6b77-4c90-91fb-99dde0a4e326" providerId="ADAL" clId="{5190BF95-9AD4-430C-9683-5979C0634027}" dt="2026-06-16T07:31:00.371" v="1741" actId="478"/>
          <ac:grpSpMkLst>
            <pc:docMk/>
            <pc:sldMk cId="4075086988" sldId="283"/>
            <ac:grpSpMk id="2" creationId="{39DD1897-89AC-7B8F-C696-D6222686E3B4}"/>
          </ac:grpSpMkLst>
        </pc:grpChg>
        <pc:grpChg chg="del">
          <ac:chgData name="Rozier Vilardell Guilhem" userId="4546cbe3-6b77-4c90-91fb-99dde0a4e326" providerId="ADAL" clId="{5190BF95-9AD4-430C-9683-5979C0634027}" dt="2026-06-16T07:31:00.371" v="1741" actId="478"/>
          <ac:grpSpMkLst>
            <pc:docMk/>
            <pc:sldMk cId="4075086988" sldId="283"/>
            <ac:grpSpMk id="11" creationId="{844D93ED-1771-8FC9-2954-158B85BF880F}"/>
          </ac:grpSpMkLst>
        </pc:grpChg>
        <pc:grpChg chg="del">
          <ac:chgData name="Rozier Vilardell Guilhem" userId="4546cbe3-6b77-4c90-91fb-99dde0a4e326" providerId="ADAL" clId="{5190BF95-9AD4-430C-9683-5979C0634027}" dt="2026-06-16T07:31:00.371" v="1741" actId="478"/>
          <ac:grpSpMkLst>
            <pc:docMk/>
            <pc:sldMk cId="4075086988" sldId="283"/>
            <ac:grpSpMk id="21" creationId="{04D281C6-4999-DCE0-B2AE-1E30194C5315}"/>
          </ac:grpSpMkLst>
        </pc:grpChg>
      </pc:sldChg>
      <pc:sldChg chg="del">
        <pc:chgData name="Rozier Vilardell Guilhem" userId="4546cbe3-6b77-4c90-91fb-99dde0a4e326" providerId="ADAL" clId="{5190BF95-9AD4-430C-9683-5979C0634027}" dt="2026-06-15T07:53:52.997" v="93" actId="47"/>
        <pc:sldMkLst>
          <pc:docMk/>
          <pc:sldMk cId="2209696270" sldId="284"/>
        </pc:sldMkLst>
      </pc:sldChg>
      <pc:sldChg chg="del">
        <pc:chgData name="Rozier Vilardell Guilhem" userId="4546cbe3-6b77-4c90-91fb-99dde0a4e326" providerId="ADAL" clId="{5190BF95-9AD4-430C-9683-5979C0634027}" dt="2026-06-15T07:53:55.792" v="98" actId="47"/>
        <pc:sldMkLst>
          <pc:docMk/>
          <pc:sldMk cId="1164038946" sldId="286"/>
        </pc:sldMkLst>
      </pc:sldChg>
      <pc:sldChg chg="del">
        <pc:chgData name="Rozier Vilardell Guilhem" userId="4546cbe3-6b77-4c90-91fb-99dde0a4e326" providerId="ADAL" clId="{5190BF95-9AD4-430C-9683-5979C0634027}" dt="2026-06-15T07:53:54.701" v="96" actId="47"/>
        <pc:sldMkLst>
          <pc:docMk/>
          <pc:sldMk cId="1192525681" sldId="288"/>
        </pc:sldMkLst>
      </pc:sldChg>
      <pc:sldChg chg="del">
        <pc:chgData name="Rozier Vilardell Guilhem" userId="4546cbe3-6b77-4c90-91fb-99dde0a4e326" providerId="ADAL" clId="{5190BF95-9AD4-430C-9683-5979C0634027}" dt="2026-06-15T07:53:57.893" v="102" actId="47"/>
        <pc:sldMkLst>
          <pc:docMk/>
          <pc:sldMk cId="2920860140" sldId="289"/>
        </pc:sldMkLst>
      </pc:sldChg>
      <pc:sldChg chg="del">
        <pc:chgData name="Rozier Vilardell Guilhem" userId="4546cbe3-6b77-4c90-91fb-99dde0a4e326" providerId="ADAL" clId="{5190BF95-9AD4-430C-9683-5979C0634027}" dt="2026-06-15T07:53:56.930" v="100" actId="47"/>
        <pc:sldMkLst>
          <pc:docMk/>
          <pc:sldMk cId="679305913" sldId="290"/>
        </pc:sldMkLst>
      </pc:sldChg>
      <pc:sldChg chg="del">
        <pc:chgData name="Rozier Vilardell Guilhem" userId="4546cbe3-6b77-4c90-91fb-99dde0a4e326" providerId="ADAL" clId="{5190BF95-9AD4-430C-9683-5979C0634027}" dt="2026-06-15T07:53:59.409" v="105" actId="47"/>
        <pc:sldMkLst>
          <pc:docMk/>
          <pc:sldMk cId="4097640143" sldId="291"/>
        </pc:sldMkLst>
      </pc:sldChg>
      <pc:sldChg chg="del">
        <pc:chgData name="Rozier Vilardell Guilhem" userId="4546cbe3-6b77-4c90-91fb-99dde0a4e326" providerId="ADAL" clId="{5190BF95-9AD4-430C-9683-5979C0634027}" dt="2026-06-15T07:53:58.899" v="104" actId="47"/>
        <pc:sldMkLst>
          <pc:docMk/>
          <pc:sldMk cId="371494334" sldId="292"/>
        </pc:sldMkLst>
      </pc:sldChg>
      <pc:sldChg chg="del">
        <pc:chgData name="Rozier Vilardell Guilhem" userId="4546cbe3-6b77-4c90-91fb-99dde0a4e326" providerId="ADAL" clId="{5190BF95-9AD4-430C-9683-5979C0634027}" dt="2026-06-15T07:54:00.391" v="107" actId="47"/>
        <pc:sldMkLst>
          <pc:docMk/>
          <pc:sldMk cId="3412251682" sldId="293"/>
        </pc:sldMkLst>
      </pc:sldChg>
      <pc:sldChg chg="del">
        <pc:chgData name="Rozier Vilardell Guilhem" userId="4546cbe3-6b77-4c90-91fb-99dde0a4e326" providerId="ADAL" clId="{5190BF95-9AD4-430C-9683-5979C0634027}" dt="2026-06-15T07:54:01.065" v="108" actId="47"/>
        <pc:sldMkLst>
          <pc:docMk/>
          <pc:sldMk cId="4221164732" sldId="294"/>
        </pc:sldMkLst>
      </pc:sldChg>
      <pc:sldChg chg="del">
        <pc:chgData name="Rozier Vilardell Guilhem" userId="4546cbe3-6b77-4c90-91fb-99dde0a4e326" providerId="ADAL" clId="{5190BF95-9AD4-430C-9683-5979C0634027}" dt="2026-06-15T07:54:11.771" v="112" actId="47"/>
        <pc:sldMkLst>
          <pc:docMk/>
          <pc:sldMk cId="113987340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5026FBE-CEE6-EF86-CAF6-76706F0A04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A60C015-2F90-07CB-919A-425496AB4E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9DB2B-C55A-4009-9226-1A206D986FD4}" type="datetimeFigureOut">
              <a:rPr lang="fr-CH" smtClean="0"/>
              <a:t>16.06.2026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C5ECFA-154B-F267-446A-5BBF9FCA2A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4EE53D-1EF4-4C70-1844-A07964F5D1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D78A5-7B6D-4B57-94B0-1405356C6058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089005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94496-2803-43C0-A3F2-C4BADB7E631D}" type="datetimeFigureOut">
              <a:rPr lang="fr-CH" smtClean="0"/>
              <a:t>16.06.2026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FD586-DFA9-4593-841D-92935207301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215640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D586-DFA9-4593-841D-929352073012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71708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D586-DFA9-4593-841D-929352073012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81334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C63B1-FD99-F379-E6D5-6C3B50DBB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CF6337-AF72-3FF1-F843-792446CA4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4EC6EBA-AA85-EF9D-9D11-3C6AC9DD0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84E9FF-3C29-6B64-6C43-C752E81E9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D586-DFA9-4593-841D-929352073012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06444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47655-22DE-7C5F-4AE9-4F52DC8F4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50846F0-658C-0445-4986-749CEB871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EF424C9-BB8E-9211-1562-F52BD921F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63124E-B172-13AC-D394-FBC9FAAC7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D586-DFA9-4593-841D-929352073012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84170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58F21-2EDF-FB52-49AE-24180DE4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E9DA6C-ADBA-AF12-DCBF-B447FD4EE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8FB5E78-F0D5-D40F-C783-EB09C6D6C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B104BF-E79B-8E94-D1B2-5BAB5A5E3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D586-DFA9-4593-841D-929352073012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81326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1AA2-889C-3A22-8C9B-2F5B999A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AF5B54E-5164-DC78-277A-76A740408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B1B362-DDBC-6EF8-589A-298838AF5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21EA71-474C-C311-BBBD-9A5238FF7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D586-DFA9-4593-841D-929352073012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46207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B191-B95B-597E-9757-ADDB15F9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B32C8E-5746-88B0-C9CE-C2FC174CB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0E281F-48EF-A2DE-F40E-33CD41788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01F7BC-502E-C213-B5B5-15E47EE86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D586-DFA9-4593-841D-929352073012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01695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72C40-B05D-46A0-EA7B-A9E280B2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740530-2987-295A-ED01-06EB62FBD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7290C6-3FD2-3627-8013-3CB940B9B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-vous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méthode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plutôt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qu’une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passe-t-il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capteur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n’est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 disponible 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votre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gère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erreur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saisie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un champ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-vous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certaines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contraintes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techniques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rencontrées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développement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</a:t>
            </a:r>
          </a:p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C48350-6CD2-8BED-47D6-5FD0D77A8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FD586-DFA9-4593-841D-929352073012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94664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66077-6077-AB3D-11DB-F96DC44BD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04EA2A-381E-AE18-17CA-91DF4F979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27CACB-9D3B-944C-FE44-E1A41278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52C1-438E-49FE-8094-978EBD324A8F}" type="datetime1">
              <a:rPr lang="fr-CH" smtClean="0"/>
              <a:t>16.06.2026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6F40C5-7EDA-1883-84A2-29DD8970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CD58B6-48F4-53E4-0817-5D7E67282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8126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EFA183-0976-8B56-B595-FCF587DE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83E211-F5FC-0D2C-B1CB-E33293EF3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96FE15-26AD-EA59-759E-17D6C5C7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7481-FA1C-4702-B2D1-265EF5BC0524}" type="datetime1">
              <a:rPr lang="fr-CH" smtClean="0"/>
              <a:t>16.06.2026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2D67F3-3FBF-FB5E-A52A-3ABB3993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FD5F0D-929D-1C1F-4AB2-C0C85917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794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DD9BD6-76D6-8BEF-A280-DEE6090F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C63D03-5E7D-4071-53DA-8A223AF4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E606A0-AC3E-D05A-6273-5AF7EA27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DD4A-2434-4C2A-9ACA-592ECCFB810C}" type="datetime1">
              <a:rPr lang="fr-CH" smtClean="0"/>
              <a:t>16.06.2026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C61A9D-8D20-9617-C7A5-96AA99BD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07BB80-9469-41D6-CF68-FE943207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56479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4C0291-84F7-4B3D-A676-8DDBBB75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0F1909-9606-A2A7-1212-C163DDC29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309135-22F9-2368-B61D-877F53E2A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6BEF83-17B7-B347-D471-5904F125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81DD-ACD0-4366-B497-75A9F4E300B6}" type="datetime1">
              <a:rPr lang="fr-CH" smtClean="0"/>
              <a:t>16.06.2026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076DB5-6CCF-CD28-D5EF-C44126A8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46D666-ACB6-A698-0FF7-A0E2A3AE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2121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D7F45C-F275-4DD5-3F7E-23EECF3F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4EF225-5C55-7565-B68F-12241D1D6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5415B1-2B4B-F7BB-8A7F-0CB141A02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FBFCD8-C354-BA96-C10F-A3F7C5486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793EF44-84EA-13FA-F6D5-2ADEC5EBC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9E81E8-6C00-AD91-F2E8-10E2BB70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4DAB-6FF5-4A16-8A7D-1512628DFAF0}" type="datetime1">
              <a:rPr lang="fr-CH" smtClean="0"/>
              <a:t>16.06.2026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C80A38E-1CCC-AB39-0C0A-CA5C69F4F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713BF41-00E4-8AA4-6670-597F4AA7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620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26525-6083-65B3-513A-5EDAFA20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6153E23-EF50-DAA2-C7A6-BD066BAA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DF4C-B965-4F02-AC53-3719A42887D0}" type="datetime1">
              <a:rPr lang="fr-CH" smtClean="0"/>
              <a:t>16.06.2026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027926-81D0-8A56-DA04-2B7539A7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0A51B8-4EA5-C149-18F2-9A4E890B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3116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785AAF-E713-9E46-F99C-F3B96198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2D32-D3CA-495F-9927-5A09E39D3FB5}" type="datetime1">
              <a:rPr lang="fr-CH" smtClean="0"/>
              <a:t>16.06.2026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44DF831-CDCD-8ADF-871C-DA5B88AA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88B809-CC7F-606B-D28D-308CD65E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157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256BD1-BA1E-BBF8-A808-90F9EE90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28679C-5190-CEA5-CAA5-6DDA678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EC6CF6-1145-1ADE-5409-F38DDCE04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F3CE68-8495-DE61-42DB-91B7CA35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54FF2-5601-440B-9803-6762961CB2E8}" type="datetime1">
              <a:rPr lang="fr-CH" smtClean="0"/>
              <a:t>16.06.2026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C622CB-CACA-6162-28FE-0ADA176F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F651C6-4552-9B98-0180-9EDE1A6A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1071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4A5411-F8D6-7F1B-C34D-9A09C237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E61F4CA-9B06-E508-9980-51155BBD1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D263AE-80CD-89F0-B2C4-54615609A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0444E6-1780-9405-A644-1C2320A3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18A60-F2F9-4271-9157-55A154B9A3F5}" type="datetime1">
              <a:rPr lang="fr-CH" smtClean="0"/>
              <a:t>16.06.2026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BD4AEC-FBCD-1027-4988-02E3DE46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58E6F3-0DB8-63E7-941C-75AB46EE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0477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5C0B43-D454-9161-DF71-50DDE6DA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7D6478-A68F-3785-B8E6-48373DA28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79B0AB-BEE6-A507-ED0B-AD3717A0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5FA3-238D-4395-B058-43E1F6935137}" type="datetime1">
              <a:rPr lang="fr-CH" smtClean="0"/>
              <a:t>16.06.2026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03F045-8A3F-DE7F-C10C-292435D58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696198-FA6F-CDCC-70C6-3CAE3CE3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3655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CDBBE5E-E086-1ABC-198D-97B188194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10B65D1-6664-6710-B07C-1C46CB6F4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5B3CC2-02DD-1112-15AA-5C867400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78A4-26B0-4D7B-AD0F-8B89F1C00238}" type="datetime1">
              <a:rPr lang="fr-CH" smtClean="0"/>
              <a:t>16.06.2026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A50ECB-655A-EE24-CF5A-3C1F933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Rozier Guilhem &amp; Luder Matthieu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53CD1A-A996-7F06-0EA9-5E814993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1469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498DB7E-1513-FE3A-6060-385FDEA7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C2D600-F336-AA85-EC8C-934858575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CA75C-C006-7B9F-275A-27E39F1B7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D1F32-C8F9-41F0-BB9E-4258C705B259}" type="datetime1">
              <a:rPr lang="fr-CH" smtClean="0"/>
              <a:t>16.06.2026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690DEA-C041-ABC8-3715-1FA7998C8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CH"/>
              <a:t>Rozier Guilhem &amp; Luder Matthieu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7F9ED6-0F01-726D-26FA-D40B7F7AA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25F9B-17A2-472F-A893-1F6A7241C3F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965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A9BA0F-C312-A43B-D24B-5E016E10C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75" y="921093"/>
            <a:ext cx="9909048" cy="2387600"/>
          </a:xfrm>
        </p:spPr>
        <p:txBody>
          <a:bodyPr/>
          <a:lstStyle/>
          <a:p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Voice recorder</a:t>
            </a:r>
            <a:endParaRPr lang="fr-CH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8187D5-C110-7445-07C7-1A519F7CA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5211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Cours d’Application mobile avec capteur: Projet</a:t>
            </a:r>
            <a:endParaRPr lang="fr-CH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3758E8F-937E-E706-FD6F-DB6CE5AA67D2}"/>
              </a:ext>
            </a:extLst>
          </p:cNvPr>
          <p:cNvCxnSpPr/>
          <p:nvPr/>
        </p:nvCxnSpPr>
        <p:spPr>
          <a:xfrm>
            <a:off x="1328057" y="3222173"/>
            <a:ext cx="95358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HEPIA | Bienvenue">
            <a:extLst>
              <a:ext uri="{FF2B5EF4-FFF2-40B4-BE49-F238E27FC236}">
                <a16:creationId xmlns:a16="http://schemas.microsoft.com/office/drawing/2014/main" id="{A8677BDA-0F6E-0056-33B1-10279317F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25" y="92109"/>
            <a:ext cx="2370064" cy="599144"/>
          </a:xfrm>
          <a:prstGeom prst="rect">
            <a:avLst/>
          </a:prstGeom>
        </p:spPr>
      </p:pic>
      <p:pic>
        <p:nvPicPr>
          <p:cNvPr id="9" name="Image 8" descr="HES-SO - HES-SO Genève - Haute école">
            <a:extLst>
              <a:ext uri="{FF2B5EF4-FFF2-40B4-BE49-F238E27FC236}">
                <a16:creationId xmlns:a16="http://schemas.microsoft.com/office/drawing/2014/main" id="{EFCFF812-72A4-EB54-3394-8C2E96D5C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6213" y="92109"/>
            <a:ext cx="2191050" cy="59755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72C2202-F4D4-B53A-3329-52022EED5EDF}"/>
              </a:ext>
            </a:extLst>
          </p:cNvPr>
          <p:cNvSpPr txBox="1"/>
          <p:nvPr/>
        </p:nvSpPr>
        <p:spPr>
          <a:xfrm>
            <a:off x="1480456" y="5014430"/>
            <a:ext cx="9231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Rozier Guilhem, MT2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CH" i="1" dirty="0">
                <a:solidFill>
                  <a:schemeClr val="bg1">
                    <a:lumMod val="50000"/>
                  </a:schemeClr>
                </a:solidFill>
              </a:rPr>
              <a:t>16.06.2026</a:t>
            </a:r>
          </a:p>
        </p:txBody>
      </p:sp>
    </p:spTree>
    <p:extLst>
      <p:ext uri="{BB962C8B-B14F-4D97-AF65-F5344CB8AC3E}">
        <p14:creationId xmlns:p14="http://schemas.microsoft.com/office/powerpoint/2010/main" val="185903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43DA-FA93-6894-D973-1606628F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6322712-687E-2199-068F-12877E731B9F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C013C13-CBC8-1A8C-6731-5E1864253045}"/>
              </a:ext>
            </a:extLst>
          </p:cNvPr>
          <p:cNvSpPr/>
          <p:nvPr/>
        </p:nvSpPr>
        <p:spPr>
          <a:xfrm>
            <a:off x="279704" y="128698"/>
            <a:ext cx="1894113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803245-4DA1-287A-F9AE-098978BB4DE7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D930DE-4799-D7B3-7201-6AA25F447F7B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C7BBA6-C26E-42A2-CD4C-4E21CA3B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2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DD324BA-DFA1-D25D-93D1-88514FC18AF2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9869E0F-CD1A-BED0-0899-3284A1B10499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8E00765E-2954-13EF-4079-0426B335F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7867F20-25EB-4EBC-A024-B00E8BDDA5C2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3519AFE4-3049-AAB0-C0A9-88F90F2A1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E813151C-BC52-729E-8277-927A9807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 dirty="0"/>
              <a:t>Rozier Guilhem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265080F-3536-0FF9-29D8-992CBB8F0F45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Conclusion</a:t>
            </a:r>
            <a:endParaRPr lang="fr-CH" sz="20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F435347A-0015-FB66-37B8-094ABD41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666751"/>
            <a:ext cx="10374085" cy="770163"/>
          </a:xfrm>
        </p:spPr>
        <p:txBody>
          <a:bodyPr>
            <a:normAutofit/>
          </a:bodyPr>
          <a:lstStyle/>
          <a:p>
            <a:r>
              <a:rPr lang="fr-CH" sz="3600" dirty="0"/>
              <a:t>Introduction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2CF9C2-DDA3-DBC7-C070-58307A83A365}"/>
              </a:ext>
            </a:extLst>
          </p:cNvPr>
          <p:cNvGrpSpPr/>
          <p:nvPr/>
        </p:nvGrpSpPr>
        <p:grpSpPr>
          <a:xfrm>
            <a:off x="571862" y="1790858"/>
            <a:ext cx="3241828" cy="884904"/>
            <a:chOff x="573434" y="1769806"/>
            <a:chExt cx="2238592" cy="88490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5FCBC70-875D-0714-5D59-772DD330771B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761234-6D31-5C85-CEF4-BAEC3CAD86E2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Enregistrer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8DE9E1-2533-73F1-31AD-D453751AA207}"/>
              </a:ext>
            </a:extLst>
          </p:cNvPr>
          <p:cNvGrpSpPr/>
          <p:nvPr/>
        </p:nvGrpSpPr>
        <p:grpSpPr>
          <a:xfrm>
            <a:off x="571862" y="3345836"/>
            <a:ext cx="3236747" cy="884904"/>
            <a:chOff x="576943" y="1769806"/>
            <a:chExt cx="2235084" cy="88490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4A610F5-4AD4-E886-D715-8EA804AAA9C6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14CE788-6569-0777-0F32-FA669B80A709}"/>
                </a:ext>
              </a:extLst>
            </p:cNvPr>
            <p:cNvSpPr txBox="1"/>
            <p:nvPr/>
          </p:nvSpPr>
          <p:spPr>
            <a:xfrm>
              <a:off x="57694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Retranscrire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12324C-A912-B1A1-13C0-29EE3B56AFB9}"/>
              </a:ext>
            </a:extLst>
          </p:cNvPr>
          <p:cNvGrpSpPr/>
          <p:nvPr/>
        </p:nvGrpSpPr>
        <p:grpSpPr>
          <a:xfrm>
            <a:off x="571862" y="4905611"/>
            <a:ext cx="3241829" cy="884904"/>
            <a:chOff x="573433" y="1769806"/>
            <a:chExt cx="2238593" cy="88490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2CA2308-EB4C-F640-1C4F-3B1FC8CF45E9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2F8C29-71F2-CDD4-FD30-E115ED8C55BA}"/>
                </a:ext>
              </a:extLst>
            </p:cNvPr>
            <p:cNvSpPr txBox="1"/>
            <p:nvPr/>
          </p:nvSpPr>
          <p:spPr>
            <a:xfrm>
              <a:off x="573433" y="20429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Résumer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5C65648-3470-038F-A892-BB501F7B0F40}"/>
              </a:ext>
            </a:extLst>
          </p:cNvPr>
          <p:cNvSpPr txBox="1"/>
          <p:nvPr/>
        </p:nvSpPr>
        <p:spPr>
          <a:xfrm>
            <a:off x="6413090" y="4376135"/>
            <a:ext cx="28710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Contraintes :</a:t>
            </a:r>
            <a:r>
              <a:rPr lang="fr-CH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dirty="0"/>
              <a:t>Utilisation microphone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dirty="0"/>
              <a:t>Connexion wifi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670EB3-94BC-A714-F9C5-9CB78694A10B}"/>
              </a:ext>
            </a:extLst>
          </p:cNvPr>
          <p:cNvSpPr txBox="1"/>
          <p:nvPr/>
        </p:nvSpPr>
        <p:spPr>
          <a:xfrm>
            <a:off x="6413090" y="2137153"/>
            <a:ext cx="28710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Objectif :</a:t>
            </a:r>
            <a:r>
              <a:rPr lang="fr-CH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dirty="0"/>
              <a:t>Avoir une app qui résume des réunions, cours et laboratoires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4DA5AD36-6CB5-5072-5D58-170AEB9906A4}"/>
              </a:ext>
            </a:extLst>
          </p:cNvPr>
          <p:cNvSpPr/>
          <p:nvPr/>
        </p:nvSpPr>
        <p:spPr>
          <a:xfrm>
            <a:off x="2057499" y="2791029"/>
            <a:ext cx="265471" cy="4395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10B5755D-B7D5-AD3C-5C02-4552D0C8A5C8}"/>
              </a:ext>
            </a:extLst>
          </p:cNvPr>
          <p:cNvSpPr/>
          <p:nvPr/>
        </p:nvSpPr>
        <p:spPr>
          <a:xfrm>
            <a:off x="2057499" y="4349933"/>
            <a:ext cx="265471" cy="4395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4529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3030-77F7-974E-09AA-79C7B5B4B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92B0DA-FBD3-C1A6-80C1-B8622FB04F19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611012-6E22-4035-B182-95C37F9A3C53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C6E6DC-CD7E-5C84-DE80-4ECBD99F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3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D919FDB-8F9A-029F-017E-5621F8ECBE43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AA2D4E5-E4B6-EBC4-12DF-3D25C6A5710C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8905DF39-71B0-CB12-6B9B-1D7CD2CA9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CE6FFDA-60A9-7DD2-A270-A3405681EF2B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B21087EC-D158-9CB5-0BC3-77562AB53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1F5B1B91-C971-5CC3-C486-9476014F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 dirty="0"/>
              <a:t>Rozier Guilhem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62A13E5-F28A-082E-4233-FE4DBB7E3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666751"/>
            <a:ext cx="10374085" cy="770163"/>
          </a:xfrm>
        </p:spPr>
        <p:txBody>
          <a:bodyPr>
            <a:normAutofit/>
          </a:bodyPr>
          <a:lstStyle/>
          <a:p>
            <a:r>
              <a:rPr lang="fr-CH" sz="3600" dirty="0"/>
              <a:t>Nouvelles fonctionnalités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41E279-A04B-D9E0-B8AF-E353E9D16D80}"/>
              </a:ext>
            </a:extLst>
          </p:cNvPr>
          <p:cNvGrpSpPr/>
          <p:nvPr/>
        </p:nvGrpSpPr>
        <p:grpSpPr>
          <a:xfrm>
            <a:off x="571862" y="1790858"/>
            <a:ext cx="3241828" cy="884904"/>
            <a:chOff x="573434" y="1769806"/>
            <a:chExt cx="2238592" cy="88490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23C423D-1377-325E-87A3-9862720274D3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AC5C3F-F822-BEBF-F2B2-423498F6C6F1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Enregistrer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224618-27C3-FA75-BD9B-2C8AAB6E9581}"/>
              </a:ext>
            </a:extLst>
          </p:cNvPr>
          <p:cNvGrpSpPr/>
          <p:nvPr/>
        </p:nvGrpSpPr>
        <p:grpSpPr>
          <a:xfrm>
            <a:off x="571862" y="3345836"/>
            <a:ext cx="3236747" cy="884904"/>
            <a:chOff x="576943" y="1769806"/>
            <a:chExt cx="2235084" cy="88490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C707334-D08E-F6EF-C110-34066A66A811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A349FB0-F69B-6D1F-6368-192B540C3BDC}"/>
                </a:ext>
              </a:extLst>
            </p:cNvPr>
            <p:cNvSpPr txBox="1"/>
            <p:nvPr/>
          </p:nvSpPr>
          <p:spPr>
            <a:xfrm>
              <a:off x="57694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Retranscrire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A8B36E-4A0F-41C5-8926-E43B1A8A2D36}"/>
              </a:ext>
            </a:extLst>
          </p:cNvPr>
          <p:cNvGrpSpPr/>
          <p:nvPr/>
        </p:nvGrpSpPr>
        <p:grpSpPr>
          <a:xfrm>
            <a:off x="571862" y="4905611"/>
            <a:ext cx="3241829" cy="884904"/>
            <a:chOff x="573433" y="1769806"/>
            <a:chExt cx="2238593" cy="88490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A949495A-1AC1-CB8F-EB37-0A4214DAC5BB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769A51-6DAC-0EAA-9025-39B67F44D771}"/>
                </a:ext>
              </a:extLst>
            </p:cNvPr>
            <p:cNvSpPr txBox="1"/>
            <p:nvPr/>
          </p:nvSpPr>
          <p:spPr>
            <a:xfrm>
              <a:off x="573433" y="20429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Résumer</a:t>
              </a:r>
            </a:p>
          </p:txBody>
        </p: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B08DF1DB-9DD5-D7F5-D871-4B15AD83428F}"/>
              </a:ext>
            </a:extLst>
          </p:cNvPr>
          <p:cNvSpPr/>
          <p:nvPr/>
        </p:nvSpPr>
        <p:spPr>
          <a:xfrm>
            <a:off x="4356721" y="2015930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11A697-8076-5F86-842E-A2B76C0F8861}"/>
              </a:ext>
            </a:extLst>
          </p:cNvPr>
          <p:cNvSpPr txBox="1"/>
          <p:nvPr/>
        </p:nvSpPr>
        <p:spPr>
          <a:xfrm>
            <a:off x="6029632" y="2075228"/>
            <a:ext cx="363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Nouveau capteur : Microphone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01F7F66-7ABC-90A1-F2E7-1F58436F125E}"/>
              </a:ext>
            </a:extLst>
          </p:cNvPr>
          <p:cNvSpPr/>
          <p:nvPr/>
        </p:nvSpPr>
        <p:spPr>
          <a:xfrm>
            <a:off x="4356721" y="3570908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2E21DB1-2D82-0D30-5FCC-21095CFC2E1C}"/>
              </a:ext>
            </a:extLst>
          </p:cNvPr>
          <p:cNvSpPr/>
          <p:nvPr/>
        </p:nvSpPr>
        <p:spPr>
          <a:xfrm>
            <a:off x="4356721" y="5109009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FDEE03-FB42-533D-8922-D5EB2BB60E6B}"/>
              </a:ext>
            </a:extLst>
          </p:cNvPr>
          <p:cNvSpPr txBox="1"/>
          <p:nvPr/>
        </p:nvSpPr>
        <p:spPr>
          <a:xfrm>
            <a:off x="6029631" y="3619312"/>
            <a:ext cx="3637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Nouvelle librairie : Google STT via Android </a:t>
            </a:r>
            <a:r>
              <a:rPr lang="fr-CH" dirty="0" err="1"/>
              <a:t>SpeechRecognizer</a:t>
            </a:r>
            <a:endParaRPr lang="fr-CH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3F0617-2908-B75E-4B8B-0988FCCAC9C4}"/>
              </a:ext>
            </a:extLst>
          </p:cNvPr>
          <p:cNvSpPr txBox="1"/>
          <p:nvPr/>
        </p:nvSpPr>
        <p:spPr>
          <a:xfrm>
            <a:off x="6093460" y="5163397"/>
            <a:ext cx="363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Utilisation d’API : Google Gemini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8DC6A3E0-CC2B-0AEF-6ABC-D6A1BEA8B3B6}"/>
              </a:ext>
            </a:extLst>
          </p:cNvPr>
          <p:cNvSpPr/>
          <p:nvPr/>
        </p:nvSpPr>
        <p:spPr>
          <a:xfrm>
            <a:off x="2057499" y="2791029"/>
            <a:ext cx="265471" cy="4395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6BF0BE56-841C-C5B0-D8D0-6BA1361BF7A8}"/>
              </a:ext>
            </a:extLst>
          </p:cNvPr>
          <p:cNvSpPr/>
          <p:nvPr/>
        </p:nvSpPr>
        <p:spPr>
          <a:xfrm>
            <a:off x="2057499" y="4349933"/>
            <a:ext cx="265471" cy="4395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7" name="Rectangle : coins arrondis 6">
            <a:extLst>
              <a:ext uri="{FF2B5EF4-FFF2-40B4-BE49-F238E27FC236}">
                <a16:creationId xmlns:a16="http://schemas.microsoft.com/office/drawing/2014/main" id="{78EF349F-5ED2-5B8A-A0EF-C5B471E67062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9" name="Rectangle : coins arrondis 7">
            <a:extLst>
              <a:ext uri="{FF2B5EF4-FFF2-40B4-BE49-F238E27FC236}">
                <a16:creationId xmlns:a16="http://schemas.microsoft.com/office/drawing/2014/main" id="{5E6015A1-FD6E-2430-7CD2-4597F864D8FB}"/>
              </a:ext>
            </a:extLst>
          </p:cNvPr>
          <p:cNvSpPr/>
          <p:nvPr/>
        </p:nvSpPr>
        <p:spPr>
          <a:xfrm>
            <a:off x="2490714" y="139834"/>
            <a:ext cx="2267551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1" name="ZoneTexte 19">
            <a:extLst>
              <a:ext uri="{FF2B5EF4-FFF2-40B4-BE49-F238E27FC236}">
                <a16:creationId xmlns:a16="http://schemas.microsoft.com/office/drawing/2014/main" id="{9D8D9FFC-B16A-54F5-AE6F-E6DBBDBF9687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Conclusion</a:t>
            </a:r>
            <a:endParaRPr lang="fr-CH" sz="2000" dirty="0"/>
          </a:p>
        </p:txBody>
      </p:sp>
    </p:spTree>
    <p:extLst>
      <p:ext uri="{BB962C8B-B14F-4D97-AF65-F5344CB8AC3E}">
        <p14:creationId xmlns:p14="http://schemas.microsoft.com/office/powerpoint/2010/main" val="577110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BE19-6105-03BF-167C-0C7AD9B4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7507F8-E4E8-C506-CD99-2B2614650EA5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40F7A-7880-9C6E-04EA-89D6F5835220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0B7A64-A256-132A-2F58-79696337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4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D647A15-D2A5-9D0D-B890-E4FC8F746A4E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9BF78CD-3681-F95D-2EF0-E7D30AEC7B98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34801247-643D-75C6-27AF-A80CE2DB0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D74A113-0BA0-8BD4-CE82-282D325B3FB6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F127DFCC-B7AA-E01D-9FA8-BE55581D8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7DABEBBB-07DE-679D-FF57-A661B030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 dirty="0"/>
              <a:t>Rozier Guilhem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EEC11CB8-133D-F8CB-ED2F-A9E136F4B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666751"/>
            <a:ext cx="10374085" cy="770163"/>
          </a:xfrm>
        </p:spPr>
        <p:txBody>
          <a:bodyPr>
            <a:normAutofit/>
          </a:bodyPr>
          <a:lstStyle/>
          <a:p>
            <a:r>
              <a:rPr lang="fr-CH" sz="3600" dirty="0"/>
              <a:t>Schema bloc utilisateur</a:t>
            </a:r>
          </a:p>
        </p:txBody>
      </p:sp>
      <p:sp>
        <p:nvSpPr>
          <p:cNvPr id="100" name="Content100"/>
          <p:cNvSpPr txBox="1"/>
          <p:nvPr/>
        </p:nvSpPr>
        <p:spPr>
          <a:xfrm>
            <a:off x="468085" y="1500000"/>
            <a:ext cx="7197071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Point de vue de l’utilisateur</a:t>
            </a:r>
          </a:p>
          <a:p>
            <a:endParaRPr lang="fr-CH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sz="2000" dirty="0"/>
              <a:t>L’utilisateur appuie sur “Start Recording” et parle librement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sz="2000" dirty="0"/>
              <a:t>Transcription automatique de la parole en texte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sz="2000" dirty="0"/>
              <a:t>Il appuie sur “Résumer” pour obtenir un résumé + mots-clés</a:t>
            </a:r>
          </a:p>
          <a:p>
            <a:endParaRPr lang="fr-CH" sz="1800" dirty="0"/>
          </a:p>
          <a:p>
            <a:r>
              <a:rPr lang="fr-CH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Cas d’usage typique</a:t>
            </a:r>
          </a:p>
          <a:p>
            <a:endParaRPr lang="fr-CH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sz="2000" dirty="0"/>
              <a:t>Enregistrer un cours, une réunion ou un laboratoire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sz="2000" dirty="0"/>
              <a:t>Obtenir un résumé structuré en quelques secondes</a:t>
            </a:r>
          </a:p>
        </p:txBody>
      </p:sp>
      <p:sp>
        <p:nvSpPr>
          <p:cNvPr id="3" name="Rectangle : coins arrondis 6">
            <a:extLst>
              <a:ext uri="{FF2B5EF4-FFF2-40B4-BE49-F238E27FC236}">
                <a16:creationId xmlns:a16="http://schemas.microsoft.com/office/drawing/2014/main" id="{5D9C7FE6-9080-2F38-9451-8E64341085AD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 : coins arrondis 7">
            <a:extLst>
              <a:ext uri="{FF2B5EF4-FFF2-40B4-BE49-F238E27FC236}">
                <a16:creationId xmlns:a16="http://schemas.microsoft.com/office/drawing/2014/main" id="{31ABF3A0-4138-CE89-32E1-CE78890A8E81}"/>
              </a:ext>
            </a:extLst>
          </p:cNvPr>
          <p:cNvSpPr/>
          <p:nvPr/>
        </p:nvSpPr>
        <p:spPr>
          <a:xfrm>
            <a:off x="4844143" y="105577"/>
            <a:ext cx="2651679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ZoneTexte 19">
            <a:extLst>
              <a:ext uri="{FF2B5EF4-FFF2-40B4-BE49-F238E27FC236}">
                <a16:creationId xmlns:a16="http://schemas.microsoft.com/office/drawing/2014/main" id="{F35B4006-4F19-E27B-D204-8FDABA1E4FF8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Conclusion</a:t>
            </a:r>
            <a:endParaRPr lang="fr-CH" sz="20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450740-DCDE-16DB-0C56-B7B945234665}"/>
              </a:ext>
            </a:extLst>
          </p:cNvPr>
          <p:cNvSpPr/>
          <p:nvPr/>
        </p:nvSpPr>
        <p:spPr>
          <a:xfrm>
            <a:off x="8003822" y="1727200"/>
            <a:ext cx="3251200" cy="79022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9B8FE3-7B60-4D7A-26A6-F321B65774CD}"/>
              </a:ext>
            </a:extLst>
          </p:cNvPr>
          <p:cNvSpPr txBox="1"/>
          <p:nvPr/>
        </p:nvSpPr>
        <p:spPr>
          <a:xfrm>
            <a:off x="8003822" y="1930400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Bouton Start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2FD11F5-CB78-5F83-1998-AD037A664510}"/>
              </a:ext>
            </a:extLst>
          </p:cNvPr>
          <p:cNvSpPr/>
          <p:nvPr/>
        </p:nvSpPr>
        <p:spPr>
          <a:xfrm>
            <a:off x="8003822" y="4029935"/>
            <a:ext cx="3251200" cy="79022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40D97B-BFB6-CC8E-52B2-D258AB48608A}"/>
              </a:ext>
            </a:extLst>
          </p:cNvPr>
          <p:cNvSpPr txBox="1"/>
          <p:nvPr/>
        </p:nvSpPr>
        <p:spPr>
          <a:xfrm>
            <a:off x="8003822" y="4233135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Bouton Résumé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19855A-F426-19CF-6BAE-B8643FD63D5B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>
            <a:off x="9629422" y="2517422"/>
            <a:ext cx="0" cy="151251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32B049-26B2-A8D7-A4EA-F70718850A46}"/>
              </a:ext>
            </a:extLst>
          </p:cNvPr>
          <p:cNvCxnSpPr>
            <a:cxnSpLocks/>
          </p:cNvCxnSpPr>
          <p:nvPr/>
        </p:nvCxnSpPr>
        <p:spPr>
          <a:xfrm>
            <a:off x="9635066" y="4820157"/>
            <a:ext cx="0" cy="11629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02A99AA-3926-0B42-67A1-449546C4FE90}"/>
              </a:ext>
            </a:extLst>
          </p:cNvPr>
          <p:cNvSpPr txBox="1"/>
          <p:nvPr/>
        </p:nvSpPr>
        <p:spPr>
          <a:xfrm>
            <a:off x="9651192" y="2818378"/>
            <a:ext cx="2381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dirty="0"/>
              <a:t>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dirty="0"/>
              <a:t>Stop automatique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dirty="0"/>
              <a:t>transcription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2AAAB1-DF85-DA9C-A5B8-E10803E9DDD4}"/>
              </a:ext>
            </a:extLst>
          </p:cNvPr>
          <p:cNvSpPr txBox="1"/>
          <p:nvPr/>
        </p:nvSpPr>
        <p:spPr>
          <a:xfrm>
            <a:off x="9745134" y="4939969"/>
            <a:ext cx="2381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dirty="0"/>
              <a:t>Affichage du résumé</a:t>
            </a:r>
          </a:p>
        </p:txBody>
      </p:sp>
    </p:spTree>
    <p:extLst>
      <p:ext uri="{BB962C8B-B14F-4D97-AF65-F5344CB8AC3E}">
        <p14:creationId xmlns:p14="http://schemas.microsoft.com/office/powerpoint/2010/main" val="1713874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856A-4149-C404-D77F-9BD32AC9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5208A8-4FE3-2AE0-611D-524228BD4EDA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B72E3-A191-9CBF-6CA1-96EB70C873E2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13DFD7-953A-A5C7-B059-8A162377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5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1DE8A07-A3CB-A823-2B3B-4B59CC0CF4F5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A25FB29-350F-46E7-ADCB-883A29B6BF0A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F6CB875E-0C98-BC2C-0ECC-B8D0C4300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DA8849-8AB8-5882-5ACE-A5A3E6B2F1FE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3482DEDB-D34B-1B14-8A17-9457D415F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2B00ACA6-E8B8-0EA4-4AC2-3925A812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 dirty="0"/>
              <a:t>Rozier Guilhem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DF4E88E5-39A9-6890-C297-6E189E4C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666751"/>
            <a:ext cx="10374085" cy="770163"/>
          </a:xfrm>
        </p:spPr>
        <p:txBody>
          <a:bodyPr>
            <a:normAutofit/>
          </a:bodyPr>
          <a:lstStyle/>
          <a:p>
            <a:r>
              <a:rPr lang="fr-CH" sz="3600" dirty="0"/>
              <a:t>Schema bloc fonctionnel</a:t>
            </a:r>
          </a:p>
        </p:txBody>
      </p:sp>
      <p:sp>
        <p:nvSpPr>
          <p:cNvPr id="100" name="Content100"/>
          <p:cNvSpPr txBox="1"/>
          <p:nvPr/>
        </p:nvSpPr>
        <p:spPr>
          <a:xfrm>
            <a:off x="597822" y="1686234"/>
            <a:ext cx="5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Flux de traitement</a:t>
            </a:r>
          </a:p>
        </p:txBody>
      </p:sp>
      <p:sp>
        <p:nvSpPr>
          <p:cNvPr id="3" name="Rectangle : coins arrondis 6">
            <a:extLst>
              <a:ext uri="{FF2B5EF4-FFF2-40B4-BE49-F238E27FC236}">
                <a16:creationId xmlns:a16="http://schemas.microsoft.com/office/drawing/2014/main" id="{A382E033-9F79-5A76-600F-DEA99E244EBA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 : coins arrondis 7">
            <a:extLst>
              <a:ext uri="{FF2B5EF4-FFF2-40B4-BE49-F238E27FC236}">
                <a16:creationId xmlns:a16="http://schemas.microsoft.com/office/drawing/2014/main" id="{EF57F496-3445-D6AE-A7F5-88439117654C}"/>
              </a:ext>
            </a:extLst>
          </p:cNvPr>
          <p:cNvSpPr/>
          <p:nvPr/>
        </p:nvSpPr>
        <p:spPr>
          <a:xfrm>
            <a:off x="4818420" y="104935"/>
            <a:ext cx="2550079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ZoneTexte 19">
            <a:extLst>
              <a:ext uri="{FF2B5EF4-FFF2-40B4-BE49-F238E27FC236}">
                <a16:creationId xmlns:a16="http://schemas.microsoft.com/office/drawing/2014/main" id="{9FEED073-BC9E-F6B2-5921-1128CA2B5C6C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Conclusion</a:t>
            </a:r>
            <a:endParaRPr lang="fr-CH" sz="2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0550CF-BA30-4E4B-5941-5AB7E4B012DA}"/>
              </a:ext>
            </a:extLst>
          </p:cNvPr>
          <p:cNvGrpSpPr/>
          <p:nvPr/>
        </p:nvGrpSpPr>
        <p:grpSpPr>
          <a:xfrm>
            <a:off x="3578363" y="2263323"/>
            <a:ext cx="2022629" cy="884904"/>
            <a:chOff x="573434" y="1769806"/>
            <a:chExt cx="2238592" cy="88490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581C90F-B77A-5BE9-61FF-5E881A5DD090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9CD2C03-48A0-9E29-EC14-122FE609196B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Audio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2F0A30-78BB-337A-13AD-4011B71C1BDF}"/>
              </a:ext>
            </a:extLst>
          </p:cNvPr>
          <p:cNvGrpSpPr/>
          <p:nvPr/>
        </p:nvGrpSpPr>
        <p:grpSpPr>
          <a:xfrm>
            <a:off x="620485" y="2269000"/>
            <a:ext cx="2022629" cy="884904"/>
            <a:chOff x="573434" y="1769806"/>
            <a:chExt cx="2238592" cy="88490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29B28E2-375C-98EC-82ED-CDE3F61FB938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74483B-DAD8-D49E-B62C-835774CD6D31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Micro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CA35193-50A8-6082-5957-4A48DEB1EEC9}"/>
              </a:ext>
            </a:extLst>
          </p:cNvPr>
          <p:cNvGrpSpPr/>
          <p:nvPr/>
        </p:nvGrpSpPr>
        <p:grpSpPr>
          <a:xfrm>
            <a:off x="9487637" y="2285621"/>
            <a:ext cx="2022629" cy="884904"/>
            <a:chOff x="573434" y="1769806"/>
            <a:chExt cx="2238592" cy="88490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3A77E8D-3CC7-6EA7-757E-A21202DD5009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C190BB0-BBFA-F526-B0A1-68A17EE729F0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Résumé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68C73F-9BFF-535E-C577-7F393EBDC4A6}"/>
              </a:ext>
            </a:extLst>
          </p:cNvPr>
          <p:cNvGrpSpPr/>
          <p:nvPr/>
        </p:nvGrpSpPr>
        <p:grpSpPr>
          <a:xfrm>
            <a:off x="6534585" y="2263323"/>
            <a:ext cx="2022629" cy="884904"/>
            <a:chOff x="573434" y="1769806"/>
            <a:chExt cx="2238592" cy="88490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5DD2CC8-5DAD-3137-9BA6-675DBD1C62C2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0DB365-FADB-59AE-C078-0196CF599B70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Texte</a:t>
              </a:r>
            </a:p>
          </p:txBody>
        </p:sp>
      </p:grp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E158C35D-E7B9-B2C0-0C95-8E08AC5ABA58}"/>
              </a:ext>
            </a:extLst>
          </p:cNvPr>
          <p:cNvCxnSpPr>
            <a:cxnSpLocks/>
            <a:stCxn id="25" idx="2"/>
            <a:endCxn id="22" idx="2"/>
          </p:cNvCxnSpPr>
          <p:nvPr/>
        </p:nvCxnSpPr>
        <p:spPr>
          <a:xfrm rot="5400000" flipH="1" flipV="1">
            <a:off x="3109485" y="1672127"/>
            <a:ext cx="5677" cy="2957878"/>
          </a:xfrm>
          <a:prstGeom prst="curvedConnector3">
            <a:avLst>
              <a:gd name="adj1" fmla="val -121797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06AA191-53A7-2BEE-70DD-1484879BB4CC}"/>
              </a:ext>
            </a:extLst>
          </p:cNvPr>
          <p:cNvSpPr txBox="1"/>
          <p:nvPr/>
        </p:nvSpPr>
        <p:spPr>
          <a:xfrm>
            <a:off x="1865187" y="3954421"/>
            <a:ext cx="21988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sz="1800" dirty="0" err="1"/>
              <a:t>SpeechRecognizer</a:t>
            </a:r>
            <a:r>
              <a:rPr lang="fr-CH" sz="1800" dirty="0"/>
              <a:t> Android</a:t>
            </a:r>
          </a:p>
          <a:p>
            <a:pPr algn="ctr"/>
            <a:r>
              <a:rPr lang="fr-CH" dirty="0"/>
              <a:t>(API native)</a:t>
            </a:r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DB3704B2-AC46-ACED-C635-A22A9290867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157865" y="1688335"/>
            <a:ext cx="5677" cy="2957878"/>
          </a:xfrm>
          <a:prstGeom prst="curvedConnector3">
            <a:avLst>
              <a:gd name="adj1" fmla="val -121797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A0718E3-255B-22D7-C981-51045E680AEC}"/>
              </a:ext>
            </a:extLst>
          </p:cNvPr>
          <p:cNvSpPr txBox="1"/>
          <p:nvPr/>
        </p:nvSpPr>
        <p:spPr>
          <a:xfrm>
            <a:off x="5279167" y="3897993"/>
            <a:ext cx="1868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sz="1800" dirty="0"/>
              <a:t>Serveurs Google STT </a:t>
            </a:r>
            <a:endParaRPr lang="fr-CH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33D5CDB0-692E-88C1-67F8-BEC1AC6A7CF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281157" y="1694338"/>
            <a:ext cx="5677" cy="2957878"/>
          </a:xfrm>
          <a:prstGeom prst="curvedConnector3">
            <a:avLst>
              <a:gd name="adj1" fmla="val -121797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71D28BB-BD7B-4D44-4C40-F0DA78707DDF}"/>
              </a:ext>
            </a:extLst>
          </p:cNvPr>
          <p:cNvSpPr txBox="1"/>
          <p:nvPr/>
        </p:nvSpPr>
        <p:spPr>
          <a:xfrm>
            <a:off x="8206215" y="4092920"/>
            <a:ext cx="2635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1800" dirty="0"/>
              <a:t>API Gemini 2.5 Flash</a:t>
            </a:r>
          </a:p>
        </p:txBody>
      </p:sp>
    </p:spTree>
    <p:extLst>
      <p:ext uri="{BB962C8B-B14F-4D97-AF65-F5344CB8AC3E}">
        <p14:creationId xmlns:p14="http://schemas.microsoft.com/office/powerpoint/2010/main" val="292578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5D1F-6899-B943-1AFD-6F0EE4AF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F1817D-5304-00D7-0C71-64B9CC730A76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8F1368-A1E4-1FC2-4BB6-CCA62CEDB9BA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1850D3-3477-3B75-3B9A-A4706962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6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571A917-FE4A-829D-3162-68A5097A1A80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7F4732B-D638-41F2-81C4-BD390353A917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B12A1060-FB1F-0AA4-D683-4BA7CDD1D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6B86B5-C03F-8E15-EC34-3FC80553C6C6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301E21F8-90D5-5946-EAA0-35AEDA072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ADCC585F-92F0-89B0-75DD-C6A1A250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 dirty="0"/>
              <a:t>Rozier Guilhem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D1B846C5-292A-91A5-E92B-52E78C99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666751"/>
            <a:ext cx="10374085" cy="770163"/>
          </a:xfrm>
        </p:spPr>
        <p:txBody>
          <a:bodyPr>
            <a:normAutofit/>
          </a:bodyPr>
          <a:lstStyle/>
          <a:p>
            <a:r>
              <a:rPr lang="fr-CH" sz="3600" dirty="0"/>
              <a:t>Difficultés</a:t>
            </a:r>
          </a:p>
        </p:txBody>
      </p:sp>
      <p:sp>
        <p:nvSpPr>
          <p:cNvPr id="3" name="Rectangle : coins arrondis 6">
            <a:extLst>
              <a:ext uri="{FF2B5EF4-FFF2-40B4-BE49-F238E27FC236}">
                <a16:creationId xmlns:a16="http://schemas.microsoft.com/office/drawing/2014/main" id="{86191D5B-F287-A461-70F7-069A18A21259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 : coins arrondis 7">
            <a:extLst>
              <a:ext uri="{FF2B5EF4-FFF2-40B4-BE49-F238E27FC236}">
                <a16:creationId xmlns:a16="http://schemas.microsoft.com/office/drawing/2014/main" id="{075CAE77-765E-6D8A-B1BD-0B7FD682A653}"/>
              </a:ext>
            </a:extLst>
          </p:cNvPr>
          <p:cNvSpPr/>
          <p:nvPr/>
        </p:nvSpPr>
        <p:spPr>
          <a:xfrm>
            <a:off x="7580489" y="105577"/>
            <a:ext cx="1894113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ZoneTexte 19">
            <a:extLst>
              <a:ext uri="{FF2B5EF4-FFF2-40B4-BE49-F238E27FC236}">
                <a16:creationId xmlns:a16="http://schemas.microsoft.com/office/drawing/2014/main" id="{05ECA3FA-4AD0-DC74-842E-78FB8A7D15A9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Conclusion</a:t>
            </a:r>
            <a:endParaRPr lang="fr-CH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0F1E2B-8364-B961-BA78-97EC7B2375B5}"/>
              </a:ext>
            </a:extLst>
          </p:cNvPr>
          <p:cNvSpPr txBox="1"/>
          <p:nvPr/>
        </p:nvSpPr>
        <p:spPr>
          <a:xfrm>
            <a:off x="1235586" y="2046471"/>
            <a:ext cx="4333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sz="1800" dirty="0" err="1"/>
              <a:t>SpeechRecognizer</a:t>
            </a:r>
            <a:r>
              <a:rPr lang="fr-CH" sz="1800" dirty="0"/>
              <a:t> Android</a:t>
            </a:r>
          </a:p>
          <a:p>
            <a:pPr algn="ctr"/>
            <a:endParaRPr lang="fr-CH" dirty="0"/>
          </a:p>
          <a:p>
            <a:pPr algn="ctr"/>
            <a:endParaRPr lang="fr-CH" sz="1800" dirty="0"/>
          </a:p>
          <a:p>
            <a:pPr algn="ctr"/>
            <a:r>
              <a:rPr lang="fr-CH" dirty="0"/>
              <a:t>Clé API Gemini</a:t>
            </a:r>
            <a:endParaRPr lang="fr-CH" sz="1800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46C5076-8BEF-8AF7-6821-0BBFD3356C40}"/>
              </a:ext>
            </a:extLst>
          </p:cNvPr>
          <p:cNvSpPr/>
          <p:nvPr/>
        </p:nvSpPr>
        <p:spPr>
          <a:xfrm>
            <a:off x="5569310" y="2015930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B72644-1B7C-3AB0-1FCC-9141947B0F40}"/>
              </a:ext>
            </a:extLst>
          </p:cNvPr>
          <p:cNvSpPr txBox="1"/>
          <p:nvPr/>
        </p:nvSpPr>
        <p:spPr>
          <a:xfrm>
            <a:off x="6857336" y="2070318"/>
            <a:ext cx="49427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sz="1800" dirty="0"/>
              <a:t>Android = Java passage par </a:t>
            </a:r>
            <a:r>
              <a:rPr lang="fr-CH" sz="1800" dirty="0" err="1"/>
              <a:t>pyjnius</a:t>
            </a:r>
            <a:endParaRPr lang="fr-CH" sz="1800" dirty="0"/>
          </a:p>
          <a:p>
            <a:pPr algn="ctr"/>
            <a:endParaRPr lang="fr-CH" dirty="0"/>
          </a:p>
          <a:p>
            <a:pPr algn="ctr"/>
            <a:endParaRPr lang="fr-CH" dirty="0"/>
          </a:p>
          <a:p>
            <a:pPr algn="ctr"/>
            <a:r>
              <a:rPr lang="fr-CH" sz="1800" dirty="0" err="1"/>
              <a:t>Config.env</a:t>
            </a:r>
            <a:r>
              <a:rPr lang="fr-CH" sz="1800" dirty="0"/>
              <a:t> pas pris en compte dans le </a:t>
            </a:r>
            <a:r>
              <a:rPr lang="fr-CH" sz="1800" dirty="0" err="1"/>
              <a:t>build</a:t>
            </a:r>
            <a:endParaRPr lang="fr-CH" sz="1800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AA1FAAD7-7924-D555-9B5E-B155F6D09BAB}"/>
              </a:ext>
            </a:extLst>
          </p:cNvPr>
          <p:cNvSpPr/>
          <p:nvPr/>
        </p:nvSpPr>
        <p:spPr>
          <a:xfrm>
            <a:off x="5569310" y="2808982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750869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A425F-CE91-BEC5-DF1C-6BA4238E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57B806-1E00-E92E-6B2E-8197579D7B2E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42EBF-198B-3217-754E-C2EFBE0ED6D4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114CD8-537D-4611-FA48-F75E7000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7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ECC5377-D52C-C5FE-7A6C-246B770420FC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A60FCF2-0293-4E67-9547-E9FFA9E7DC40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CC0C3162-BA44-B111-987C-F2453D72F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4720131-B7C4-94FB-7BBC-33A560DB0A45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C3DA0902-5D7B-5418-6633-80935F992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1E438D37-5605-AA65-199F-0D98C7FD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 dirty="0"/>
              <a:t>Rozier Guilhem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1C3A62C-7C32-3579-FF12-C8A8A054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666751"/>
            <a:ext cx="10374085" cy="770163"/>
          </a:xfrm>
        </p:spPr>
        <p:txBody>
          <a:bodyPr>
            <a:normAutofit/>
          </a:bodyPr>
          <a:lstStyle/>
          <a:p>
            <a:r>
              <a:rPr lang="fr-CH" sz="3600" dirty="0"/>
              <a:t>Architecture</a:t>
            </a:r>
          </a:p>
        </p:txBody>
      </p:sp>
      <p:sp>
        <p:nvSpPr>
          <p:cNvPr id="100" name="Content100"/>
          <p:cNvSpPr txBox="1"/>
          <p:nvPr/>
        </p:nvSpPr>
        <p:spPr>
          <a:xfrm>
            <a:off x="576943" y="1731126"/>
            <a:ext cx="52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Fichiers du projet</a:t>
            </a:r>
          </a:p>
        </p:txBody>
      </p:sp>
      <p:sp>
        <p:nvSpPr>
          <p:cNvPr id="101" name="Content101"/>
          <p:cNvSpPr txBox="1"/>
          <p:nvPr/>
        </p:nvSpPr>
        <p:spPr>
          <a:xfrm>
            <a:off x="468085" y="4627909"/>
            <a:ext cx="61726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Contraintes techniques</a:t>
            </a:r>
          </a:p>
          <a:p>
            <a:endParaRPr lang="fr-CH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CH" sz="2000" dirty="0"/>
              <a:t>Permission RECORD_AUDIO + INTERNET requises</a:t>
            </a:r>
          </a:p>
        </p:txBody>
      </p:sp>
      <p:sp>
        <p:nvSpPr>
          <p:cNvPr id="3" name="Rectangle : coins arrondis 6">
            <a:extLst>
              <a:ext uri="{FF2B5EF4-FFF2-40B4-BE49-F238E27FC236}">
                <a16:creationId xmlns:a16="http://schemas.microsoft.com/office/drawing/2014/main" id="{59B5C690-B028-9538-81A2-E77139048005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 : coins arrondis 7">
            <a:extLst>
              <a:ext uri="{FF2B5EF4-FFF2-40B4-BE49-F238E27FC236}">
                <a16:creationId xmlns:a16="http://schemas.microsoft.com/office/drawing/2014/main" id="{CF8220B6-29A9-101B-A225-48F1FBD774B3}"/>
              </a:ext>
            </a:extLst>
          </p:cNvPr>
          <p:cNvSpPr/>
          <p:nvPr/>
        </p:nvSpPr>
        <p:spPr>
          <a:xfrm>
            <a:off x="7580489" y="105577"/>
            <a:ext cx="1894113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ZoneTexte 19">
            <a:extLst>
              <a:ext uri="{FF2B5EF4-FFF2-40B4-BE49-F238E27FC236}">
                <a16:creationId xmlns:a16="http://schemas.microsoft.com/office/drawing/2014/main" id="{C55DD2AE-4C4B-E70B-70AC-8AFA49D9E5D4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Conclusion</a:t>
            </a:r>
            <a:endParaRPr lang="fr-CH" sz="2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F4E05-F63D-D733-10BE-02E979E2AFA2}"/>
              </a:ext>
            </a:extLst>
          </p:cNvPr>
          <p:cNvGrpSpPr/>
          <p:nvPr/>
        </p:nvGrpSpPr>
        <p:grpSpPr>
          <a:xfrm>
            <a:off x="576943" y="2501935"/>
            <a:ext cx="3241828" cy="884904"/>
            <a:chOff x="573434" y="1769806"/>
            <a:chExt cx="2238592" cy="88490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E237C06-B830-E432-70CC-38EE5B53A8DA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BDE13D-BCDE-EFFB-6E5A-42B04B863545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main.py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3020EF-3136-E33F-73D8-48AAA604A331}"/>
              </a:ext>
            </a:extLst>
          </p:cNvPr>
          <p:cNvGrpSpPr/>
          <p:nvPr/>
        </p:nvGrpSpPr>
        <p:grpSpPr>
          <a:xfrm>
            <a:off x="4592409" y="2501935"/>
            <a:ext cx="3241828" cy="884904"/>
            <a:chOff x="573434" y="1769806"/>
            <a:chExt cx="2238592" cy="88490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F3C8EED-5C18-51CB-DE5A-4352B7F03F30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A983C4-108A-A668-6D27-0311A510D195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 err="1"/>
                <a:t>voicerecorder.kv</a:t>
              </a:r>
              <a:endParaRPr lang="fr-CH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EEBE28-085C-1930-B0B1-ED8EAE38E641}"/>
              </a:ext>
            </a:extLst>
          </p:cNvPr>
          <p:cNvGrpSpPr/>
          <p:nvPr/>
        </p:nvGrpSpPr>
        <p:grpSpPr>
          <a:xfrm>
            <a:off x="8602793" y="2528524"/>
            <a:ext cx="3241828" cy="884904"/>
            <a:chOff x="573434" y="1769806"/>
            <a:chExt cx="2238592" cy="88490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1813B19-3E9F-FACE-070F-B69C6C6B8B69}"/>
                </a:ext>
              </a:extLst>
            </p:cNvPr>
            <p:cNvSpPr/>
            <p:nvPr/>
          </p:nvSpPr>
          <p:spPr>
            <a:xfrm>
              <a:off x="576943" y="1769806"/>
              <a:ext cx="2235083" cy="88490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C861DE-2FC4-4920-EC50-F2E42DBB8506}"/>
                </a:ext>
              </a:extLst>
            </p:cNvPr>
            <p:cNvSpPr txBox="1"/>
            <p:nvPr/>
          </p:nvSpPr>
          <p:spPr>
            <a:xfrm>
              <a:off x="573434" y="2054181"/>
              <a:ext cx="22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 err="1"/>
                <a:t>buildozer.spec</a:t>
              </a:r>
              <a:endParaRPr lang="fr-CH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DD24A43-188A-19FA-4044-39FD9A779BF3}"/>
              </a:ext>
            </a:extLst>
          </p:cNvPr>
          <p:cNvSpPr txBox="1"/>
          <p:nvPr/>
        </p:nvSpPr>
        <p:spPr>
          <a:xfrm>
            <a:off x="778933" y="3627275"/>
            <a:ext cx="267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Code principal avec fonctions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68FB61-0D1F-4670-F317-D77CE37ABFFF}"/>
              </a:ext>
            </a:extLst>
          </p:cNvPr>
          <p:cNvSpPr txBox="1"/>
          <p:nvPr/>
        </p:nvSpPr>
        <p:spPr>
          <a:xfrm>
            <a:off x="4873048" y="3621589"/>
            <a:ext cx="267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Interface utilisateur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A568C0-E7D7-C0C6-D4A7-A296BFA6785F}"/>
              </a:ext>
            </a:extLst>
          </p:cNvPr>
          <p:cNvSpPr txBox="1"/>
          <p:nvPr/>
        </p:nvSpPr>
        <p:spPr>
          <a:xfrm>
            <a:off x="8883432" y="3621589"/>
            <a:ext cx="267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Config </a:t>
            </a:r>
            <a:r>
              <a:rPr lang="fr-CH" dirty="0" err="1"/>
              <a:t>buil</a:t>
            </a:r>
            <a:r>
              <a:rPr lang="fr-CH" dirty="0"/>
              <a:t> APK</a:t>
            </a:r>
          </a:p>
        </p:txBody>
      </p:sp>
    </p:spTree>
    <p:extLst>
      <p:ext uri="{BB962C8B-B14F-4D97-AF65-F5344CB8AC3E}">
        <p14:creationId xmlns:p14="http://schemas.microsoft.com/office/powerpoint/2010/main" val="1726107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28CE-95F9-569B-85B4-B7A0FDB2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845C08-8DBE-152F-CFD4-AFC11B1DA966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EDD7BA-6EE9-D411-C784-99BFE9E5471B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A0FB61-5721-5403-32E8-74438231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666751"/>
            <a:ext cx="10515600" cy="770163"/>
          </a:xfrm>
        </p:spPr>
        <p:txBody>
          <a:bodyPr/>
          <a:lstStyle/>
          <a:p>
            <a:r>
              <a:rPr lang="fr-CH" dirty="0"/>
              <a:t>Erreurs prises en compte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7C241B-9B0D-6100-378D-134E72AD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8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E290612-28DD-610C-9149-20B7EB08ED46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F5B4A42-75AD-7C8C-DD26-1CD201BB1D4E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EA2DCCE1-B581-1D4B-117B-B5304DFF3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52731FE-9B90-0ACD-12BD-7B91A26D1CCA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1084A881-CF64-1FB9-90A0-633A56817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6EDDFD96-642D-795D-7508-DB06A33D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/>
              <a:t>Rozier Guilhem &amp; Proietto Fabio</a:t>
            </a:r>
          </a:p>
        </p:txBody>
      </p:sp>
      <p:sp>
        <p:nvSpPr>
          <p:cNvPr id="11" name="Rectangle : coins arrondis 6">
            <a:extLst>
              <a:ext uri="{FF2B5EF4-FFF2-40B4-BE49-F238E27FC236}">
                <a16:creationId xmlns:a16="http://schemas.microsoft.com/office/drawing/2014/main" id="{85798FE8-2E6E-22BD-A9D8-D730811B0605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 : coins arrondis 7">
            <a:extLst>
              <a:ext uri="{FF2B5EF4-FFF2-40B4-BE49-F238E27FC236}">
                <a16:creationId xmlns:a16="http://schemas.microsoft.com/office/drawing/2014/main" id="{BD88E6AE-E47F-B251-1577-766406C6BED5}"/>
              </a:ext>
            </a:extLst>
          </p:cNvPr>
          <p:cNvSpPr/>
          <p:nvPr/>
        </p:nvSpPr>
        <p:spPr>
          <a:xfrm>
            <a:off x="9906000" y="105577"/>
            <a:ext cx="1894113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ZoneTexte 19">
            <a:extLst>
              <a:ext uri="{FF2B5EF4-FFF2-40B4-BE49-F238E27FC236}">
                <a16:creationId xmlns:a16="http://schemas.microsoft.com/office/drawing/2014/main" id="{4B15A66A-50F2-B24E-D43E-E6AE77DFDA9F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Annexes</a:t>
            </a:r>
            <a:endParaRPr lang="fr-CH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188E6-3720-F7D6-7A2D-7994A095BFA1}"/>
              </a:ext>
            </a:extLst>
          </p:cNvPr>
          <p:cNvSpPr txBox="1"/>
          <p:nvPr/>
        </p:nvSpPr>
        <p:spPr>
          <a:xfrm>
            <a:off x="2043289" y="2867378"/>
            <a:ext cx="28560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Permission micro </a:t>
            </a:r>
            <a:r>
              <a:rPr lang="en-US" dirty="0" err="1"/>
              <a:t>refusée</a:t>
            </a:r>
            <a:endParaRPr lang="en-US" dirty="0"/>
          </a:p>
          <a:p>
            <a:endParaRPr lang="en-US" dirty="0"/>
          </a:p>
          <a:p>
            <a:r>
              <a:rPr lang="en-US" dirty="0"/>
              <a:t>Pas de </a:t>
            </a:r>
            <a:r>
              <a:rPr lang="en-US" dirty="0" err="1"/>
              <a:t>connexion</a:t>
            </a:r>
            <a:r>
              <a:rPr lang="en-US" dirty="0"/>
              <a:t> </a:t>
            </a:r>
            <a:r>
              <a:rPr lang="en-US" dirty="0" err="1"/>
              <a:t>WiFi</a:t>
            </a:r>
            <a:endParaRPr lang="en-US" dirty="0"/>
          </a:p>
          <a:p>
            <a:endParaRPr lang="en-US" dirty="0"/>
          </a:p>
          <a:p>
            <a:r>
              <a:rPr lang="en-US" dirty="0"/>
              <a:t>API Gemini </a:t>
            </a:r>
            <a:r>
              <a:rPr lang="en-US" dirty="0" err="1"/>
              <a:t>injoignable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appui</a:t>
            </a:r>
            <a:r>
              <a:rPr lang="en-US" dirty="0"/>
              <a:t> sur </a:t>
            </a:r>
            <a:r>
              <a:rPr lang="en-US" dirty="0" err="1"/>
              <a:t>Résumer</a:t>
            </a:r>
            <a:r>
              <a:rPr lang="en-US" dirty="0"/>
              <a:t> sans transcription</a:t>
            </a:r>
          </a:p>
          <a:p>
            <a:r>
              <a:rPr lang="fr-CH" dirty="0"/>
              <a:t>Pas 2 </a:t>
            </a:r>
            <a:r>
              <a:rPr lang="fr-CH" dirty="0" err="1"/>
              <a:t>demarrages</a:t>
            </a:r>
            <a:r>
              <a:rPr lang="fr-CH" dirty="0"/>
              <a:t> simultanés</a:t>
            </a:r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739B373-F871-9617-2867-0BC35BF1939D}"/>
              </a:ext>
            </a:extLst>
          </p:cNvPr>
          <p:cNvSpPr/>
          <p:nvPr/>
        </p:nvSpPr>
        <p:spPr>
          <a:xfrm>
            <a:off x="5079210" y="2794332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6BCD4F2-C12A-0B1E-B88E-7770BB0A9CEF}"/>
              </a:ext>
            </a:extLst>
          </p:cNvPr>
          <p:cNvSpPr/>
          <p:nvPr/>
        </p:nvSpPr>
        <p:spPr>
          <a:xfrm>
            <a:off x="5079210" y="3366988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97B3CDF-6F1F-D42E-42A5-F7B95334F12F}"/>
              </a:ext>
            </a:extLst>
          </p:cNvPr>
          <p:cNvSpPr/>
          <p:nvPr/>
        </p:nvSpPr>
        <p:spPr>
          <a:xfrm>
            <a:off x="5079210" y="3939644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1B59C6-E6AE-394D-5738-C0926C58DF8D}"/>
              </a:ext>
            </a:extLst>
          </p:cNvPr>
          <p:cNvSpPr txBox="1"/>
          <p:nvPr/>
        </p:nvSpPr>
        <p:spPr>
          <a:xfrm>
            <a:off x="6643511" y="2867378"/>
            <a:ext cx="37196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erreur</a:t>
            </a:r>
            <a:r>
              <a:rPr lang="en-US" dirty="0"/>
              <a:t> : permission </a:t>
            </a:r>
            <a:r>
              <a:rPr lang="en-US" dirty="0" err="1"/>
              <a:t>manquante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erreur</a:t>
            </a:r>
            <a:r>
              <a:rPr lang="en-US" dirty="0"/>
              <a:t> : </a:t>
            </a:r>
            <a:r>
              <a:rPr lang="en-US" dirty="0" err="1"/>
              <a:t>erreur</a:t>
            </a:r>
            <a:r>
              <a:rPr lang="en-US" dirty="0"/>
              <a:t> réseau)</a:t>
            </a:r>
          </a:p>
          <a:p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erreur</a:t>
            </a:r>
            <a:r>
              <a:rPr lang="en-US" dirty="0"/>
              <a:t> résumé : ...)</a:t>
            </a:r>
          </a:p>
          <a:p>
            <a:endParaRPr lang="en-US" dirty="0"/>
          </a:p>
          <a:p>
            <a:r>
              <a:rPr lang="en-US" dirty="0" err="1"/>
              <a:t>Aucun</a:t>
            </a:r>
            <a:r>
              <a:rPr lang="en-US" dirty="0"/>
              <a:t> </a:t>
            </a:r>
            <a:r>
              <a:rPr lang="en-US" dirty="0" err="1"/>
              <a:t>appel</a:t>
            </a:r>
            <a:r>
              <a:rPr lang="en-US" dirty="0"/>
              <a:t> API lance</a:t>
            </a:r>
          </a:p>
          <a:p>
            <a:endParaRPr lang="en-US" dirty="0"/>
          </a:p>
          <a:p>
            <a:r>
              <a:rPr lang="en-US" dirty="0"/>
              <a:t>Le bouton start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cliquable</a:t>
            </a:r>
            <a:r>
              <a:rPr lang="en-US" dirty="0"/>
              <a:t> tant </a:t>
            </a:r>
            <a:r>
              <a:rPr lang="en-US" dirty="0" err="1"/>
              <a:t>que</a:t>
            </a:r>
            <a:r>
              <a:rPr lang="en-US" dirty="0"/>
              <a:t> la transcription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finie</a:t>
            </a:r>
            <a:endParaRPr lang="fr-CH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E24966-184F-0647-955D-235B5885B7B5}"/>
              </a:ext>
            </a:extLst>
          </p:cNvPr>
          <p:cNvSpPr txBox="1"/>
          <p:nvPr/>
        </p:nvSpPr>
        <p:spPr>
          <a:xfrm>
            <a:off x="1554729" y="1556107"/>
            <a:ext cx="833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Il ne peut pas y avoir d’erreurs de saisie de l’utilisateur car il ne rentre aucun texte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841C36B-20E4-7FE9-82BB-3EF089115602}"/>
              </a:ext>
            </a:extLst>
          </p:cNvPr>
          <p:cNvSpPr/>
          <p:nvPr/>
        </p:nvSpPr>
        <p:spPr>
          <a:xfrm>
            <a:off x="5079210" y="4516243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3B7ADBC-6DE3-FB39-360F-CF3325ECAB81}"/>
              </a:ext>
            </a:extLst>
          </p:cNvPr>
          <p:cNvSpPr/>
          <p:nvPr/>
        </p:nvSpPr>
        <p:spPr>
          <a:xfrm>
            <a:off x="5079210" y="5092842"/>
            <a:ext cx="1288026" cy="478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0565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FCDE-056E-F0E0-8CE1-6A1CC907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D94527-C61C-B063-7CB1-D1F532144483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3FFF5-6BAC-29FF-23F1-CADE7DDC7151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02920A-612C-CA3C-C2DD-080D3413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9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E5FEA81-8F15-DB2B-D446-7F13F4299277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29F9FAD-F978-51D0-2369-C276AA386358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0DCAC0C3-F198-B196-872C-D2FCCE5DC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F78CCF-D84A-E900-B9BE-AF916440BA3D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895E3230-5EC9-B4CA-6055-22DE65B21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A408F9D9-236A-8648-2D27-F9013553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 dirty="0"/>
              <a:t>Rozier Guilhem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A426D62F-408F-E638-29A7-E4E4BCBA4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666751"/>
            <a:ext cx="10374085" cy="770163"/>
          </a:xfrm>
        </p:spPr>
        <p:txBody>
          <a:bodyPr>
            <a:normAutofit/>
          </a:bodyPr>
          <a:lstStyle/>
          <a:p>
            <a:r>
              <a:rPr lang="fr-CH" sz="360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2CB6E6-0BB9-C228-4E97-E7CCF03F0AAD}"/>
              </a:ext>
            </a:extLst>
          </p:cNvPr>
          <p:cNvSpPr txBox="1"/>
          <p:nvPr/>
        </p:nvSpPr>
        <p:spPr>
          <a:xfrm>
            <a:off x="517949" y="1842484"/>
            <a:ext cx="43188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Objectif :</a:t>
            </a:r>
            <a:r>
              <a:rPr lang="fr-CH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H" dirty="0"/>
              <a:t>Avoir une app qui résume des réunions, cours et laboratoires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EE6360-AF69-A914-3894-123206D51D59}"/>
              </a:ext>
            </a:extLst>
          </p:cNvPr>
          <p:cNvSpPr txBox="1"/>
          <p:nvPr/>
        </p:nvSpPr>
        <p:spPr>
          <a:xfrm>
            <a:off x="576943" y="4129573"/>
            <a:ext cx="43188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Fonctionnement :</a:t>
            </a:r>
            <a:r>
              <a:rPr lang="fr-CH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H" dirty="0"/>
              <a:t>L’application fonctionne : enregistrement, transcription et résumé opérationnels sur tablette Android Samsung SM-T220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BD08C9-0A78-381E-5A6A-E3FA8BBA9AD8}"/>
              </a:ext>
            </a:extLst>
          </p:cNvPr>
          <p:cNvSpPr txBox="1"/>
          <p:nvPr/>
        </p:nvSpPr>
        <p:spPr>
          <a:xfrm>
            <a:off x="6041571" y="1842484"/>
            <a:ext cx="43188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Améliorations :</a:t>
            </a:r>
            <a:r>
              <a:rPr lang="fr-CH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H" dirty="0"/>
              <a:t>Pas de dépendance au wifi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H" dirty="0"/>
              <a:t>Interface plus user </a:t>
            </a:r>
            <a:r>
              <a:rPr lang="fr-CH" dirty="0" err="1"/>
              <a:t>friendly</a:t>
            </a:r>
            <a:endParaRPr lang="fr-CH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H" dirty="0"/>
              <a:t>Historique de derniers résumés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H" dirty="0"/>
              <a:t>Sécurité du code</a:t>
            </a:r>
          </a:p>
        </p:txBody>
      </p:sp>
      <p:sp>
        <p:nvSpPr>
          <p:cNvPr id="16" name="Rectangle : coins arrondis 6">
            <a:extLst>
              <a:ext uri="{FF2B5EF4-FFF2-40B4-BE49-F238E27FC236}">
                <a16:creationId xmlns:a16="http://schemas.microsoft.com/office/drawing/2014/main" id="{FF5FDDA7-4251-0280-07F1-65F34EF6938E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 : coins arrondis 7">
            <a:extLst>
              <a:ext uri="{FF2B5EF4-FFF2-40B4-BE49-F238E27FC236}">
                <a16:creationId xmlns:a16="http://schemas.microsoft.com/office/drawing/2014/main" id="{031A2530-6F95-9DB0-3F69-DBDB023D8CC3}"/>
              </a:ext>
            </a:extLst>
          </p:cNvPr>
          <p:cNvSpPr/>
          <p:nvPr/>
        </p:nvSpPr>
        <p:spPr>
          <a:xfrm>
            <a:off x="9906000" y="105577"/>
            <a:ext cx="1894113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ZoneTexte 19">
            <a:extLst>
              <a:ext uri="{FF2B5EF4-FFF2-40B4-BE49-F238E27FC236}">
                <a16:creationId xmlns:a16="http://schemas.microsoft.com/office/drawing/2014/main" id="{ADB910D6-724A-0033-5B49-0B08DD0BE9A7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Conclusion</a:t>
            </a:r>
            <a:endParaRPr lang="fr-CH" sz="2000" dirty="0"/>
          </a:p>
        </p:txBody>
      </p:sp>
    </p:spTree>
    <p:extLst>
      <p:ext uri="{BB962C8B-B14F-4D97-AF65-F5344CB8AC3E}">
        <p14:creationId xmlns:p14="http://schemas.microsoft.com/office/powerpoint/2010/main" val="669924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ACC9E-B505-DAB0-0D42-370F7C4C2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76F090-003F-2D39-6729-2FD734BE6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5536"/>
            <a:ext cx="9144000" cy="2387600"/>
          </a:xfrm>
        </p:spPr>
        <p:txBody>
          <a:bodyPr/>
          <a:lstStyle/>
          <a:p>
            <a:r>
              <a:rPr lang="fr-FR">
                <a:solidFill>
                  <a:schemeClr val="tx2">
                    <a:lumMod val="50000"/>
                    <a:lumOff val="50000"/>
                  </a:schemeClr>
                </a:solidFill>
              </a:rPr>
              <a:t>Merci pour votre écoute !</a:t>
            </a:r>
            <a:endParaRPr lang="fr-CH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0F301C5-F1C4-8942-2409-3096916FAAA7}"/>
              </a:ext>
            </a:extLst>
          </p:cNvPr>
          <p:cNvCxnSpPr/>
          <p:nvPr/>
        </p:nvCxnSpPr>
        <p:spPr>
          <a:xfrm>
            <a:off x="1328057" y="3222173"/>
            <a:ext cx="95358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HEPIA | Bienvenue">
            <a:extLst>
              <a:ext uri="{FF2B5EF4-FFF2-40B4-BE49-F238E27FC236}">
                <a16:creationId xmlns:a16="http://schemas.microsoft.com/office/drawing/2014/main" id="{33EED475-18F5-B5F6-6941-2CF84A29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5" y="92109"/>
            <a:ext cx="2370064" cy="599144"/>
          </a:xfrm>
          <a:prstGeom prst="rect">
            <a:avLst/>
          </a:prstGeom>
        </p:spPr>
      </p:pic>
      <p:pic>
        <p:nvPicPr>
          <p:cNvPr id="9" name="Image 8" descr="HES-SO - HES-SO Genève - Haute école">
            <a:extLst>
              <a:ext uri="{FF2B5EF4-FFF2-40B4-BE49-F238E27FC236}">
                <a16:creationId xmlns:a16="http://schemas.microsoft.com/office/drawing/2014/main" id="{97914A93-E5B5-0BED-3AD6-B86BE1879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213" y="92109"/>
            <a:ext cx="2191050" cy="59755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F43CDEA-8F50-DEF2-020C-CB8DF19FAB83}"/>
              </a:ext>
            </a:extLst>
          </p:cNvPr>
          <p:cNvSpPr txBox="1"/>
          <p:nvPr/>
        </p:nvSpPr>
        <p:spPr>
          <a:xfrm>
            <a:off x="10287001" y="5480799"/>
            <a:ext cx="2549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>
                <a:solidFill>
                  <a:schemeClr val="tx2">
                    <a:lumMod val="50000"/>
                    <a:lumOff val="50000"/>
                  </a:schemeClr>
                </a:solidFill>
              </a:rPr>
              <a:t>Annexes</a:t>
            </a:r>
            <a:endParaRPr lang="fr-CH" sz="240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E2B5F3B8-1DCD-114B-ED96-F64E254096F5}"/>
              </a:ext>
            </a:extLst>
          </p:cNvPr>
          <p:cNvCxnSpPr>
            <a:cxnSpLocks/>
          </p:cNvCxnSpPr>
          <p:nvPr/>
        </p:nvCxnSpPr>
        <p:spPr>
          <a:xfrm>
            <a:off x="10406743" y="5942464"/>
            <a:ext cx="1155246" cy="5098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037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8D725-8A8B-C783-0614-B619080C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68DAE6-5184-E636-A699-3078EF863359}"/>
              </a:ext>
            </a:extLst>
          </p:cNvPr>
          <p:cNvSpPr/>
          <p:nvPr/>
        </p:nvSpPr>
        <p:spPr>
          <a:xfrm>
            <a:off x="-2540" y="6139663"/>
            <a:ext cx="12192000" cy="157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2DEEE-1B46-508C-9E43-C3A46B7ED139}"/>
              </a:ext>
            </a:extLst>
          </p:cNvPr>
          <p:cNvSpPr/>
          <p:nvPr/>
        </p:nvSpPr>
        <p:spPr>
          <a:xfrm>
            <a:off x="0" y="6258856"/>
            <a:ext cx="12192000" cy="59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A6D259-B702-B4D0-5131-AC09A5C8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666751"/>
            <a:ext cx="10515600" cy="770163"/>
          </a:xfrm>
        </p:spPr>
        <p:txBody>
          <a:bodyPr/>
          <a:lstStyle/>
          <a:p>
            <a:r>
              <a:rPr lang="fr-CH" dirty="0"/>
              <a:t>Démonstration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A8C2F1-5287-DC35-B528-9DF2FC3E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5F9B-17A2-472F-A893-1F6A7241C3FB}" type="slidenum">
              <a:rPr lang="fr-CH" smtClean="0"/>
              <a:t>11</a:t>
            </a:fld>
            <a:endParaRPr lang="fr-CH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FA66342-02EA-F28E-EE9B-800C9B975D09}"/>
              </a:ext>
            </a:extLst>
          </p:cNvPr>
          <p:cNvCxnSpPr>
            <a:cxnSpLocks/>
          </p:cNvCxnSpPr>
          <p:nvPr/>
        </p:nvCxnSpPr>
        <p:spPr>
          <a:xfrm>
            <a:off x="576943" y="1436914"/>
            <a:ext cx="1077685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976C769-48DE-F07F-B256-5A6A2DE83002}"/>
              </a:ext>
            </a:extLst>
          </p:cNvPr>
          <p:cNvSpPr/>
          <p:nvPr/>
        </p:nvSpPr>
        <p:spPr>
          <a:xfrm flipV="1">
            <a:off x="2540" y="6174329"/>
            <a:ext cx="244856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3" name="Image 12" descr="HEPIA | Bienvenue">
            <a:extLst>
              <a:ext uri="{FF2B5EF4-FFF2-40B4-BE49-F238E27FC236}">
                <a16:creationId xmlns:a16="http://schemas.microsoft.com/office/drawing/2014/main" id="{425F8EE2-419F-D3B7-FED0-63DCE2181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9" y="6257006"/>
            <a:ext cx="2370064" cy="599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DAD3C3A-7F58-DFB5-E6D5-683103D8C6AF}"/>
              </a:ext>
            </a:extLst>
          </p:cNvPr>
          <p:cNvSpPr/>
          <p:nvPr/>
        </p:nvSpPr>
        <p:spPr>
          <a:xfrm flipV="1">
            <a:off x="2410035" y="6174325"/>
            <a:ext cx="2348230" cy="683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HES-SO - HES-SO Genève - Haute école">
            <a:extLst>
              <a:ext uri="{FF2B5EF4-FFF2-40B4-BE49-F238E27FC236}">
                <a16:creationId xmlns:a16="http://schemas.microsoft.com/office/drawing/2014/main" id="{491D73E8-591A-06E8-FC96-A574FC26D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14" y="6257798"/>
            <a:ext cx="2191050" cy="597559"/>
          </a:xfrm>
          <a:prstGeom prst="rect">
            <a:avLst/>
          </a:prstGeom>
        </p:spPr>
      </p:pic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1548AB40-40A1-EA02-7C20-B019D781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34918"/>
            <a:ext cx="4114800" cy="365125"/>
          </a:xfrm>
        </p:spPr>
        <p:txBody>
          <a:bodyPr/>
          <a:lstStyle/>
          <a:p>
            <a:r>
              <a:rPr lang="fr-CH"/>
              <a:t>Rozier Guilhem &amp; Proietto Fabio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2ABDCC-002E-1061-C6B9-0F4E6CFFE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850" y="1496438"/>
            <a:ext cx="7306886" cy="4579784"/>
          </a:xfrm>
          <a:prstGeom prst="rect">
            <a:avLst/>
          </a:prstGeom>
        </p:spPr>
      </p:pic>
      <p:sp>
        <p:nvSpPr>
          <p:cNvPr id="11" name="Rectangle : coins arrondis 6">
            <a:extLst>
              <a:ext uri="{FF2B5EF4-FFF2-40B4-BE49-F238E27FC236}">
                <a16:creationId xmlns:a16="http://schemas.microsoft.com/office/drawing/2014/main" id="{FE076631-733E-DD90-FDFB-6F8C8E722099}"/>
              </a:ext>
            </a:extLst>
          </p:cNvPr>
          <p:cNvSpPr/>
          <p:nvPr/>
        </p:nvSpPr>
        <p:spPr>
          <a:xfrm>
            <a:off x="283029" y="108857"/>
            <a:ext cx="11517085" cy="572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 : coins arrondis 7">
            <a:extLst>
              <a:ext uri="{FF2B5EF4-FFF2-40B4-BE49-F238E27FC236}">
                <a16:creationId xmlns:a16="http://schemas.microsoft.com/office/drawing/2014/main" id="{2145AD80-1183-6942-E5AD-79CF97DF64AD}"/>
              </a:ext>
            </a:extLst>
          </p:cNvPr>
          <p:cNvSpPr/>
          <p:nvPr/>
        </p:nvSpPr>
        <p:spPr>
          <a:xfrm>
            <a:off x="9906000" y="105577"/>
            <a:ext cx="1894113" cy="56024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ZoneTexte 19">
            <a:extLst>
              <a:ext uri="{FF2B5EF4-FFF2-40B4-BE49-F238E27FC236}">
                <a16:creationId xmlns:a16="http://schemas.microsoft.com/office/drawing/2014/main" id="{0FDDC367-34D4-067E-4BB6-0886A490A3BB}"/>
              </a:ext>
            </a:extLst>
          </p:cNvPr>
          <p:cNvSpPr txBox="1"/>
          <p:nvPr/>
        </p:nvSpPr>
        <p:spPr>
          <a:xfrm>
            <a:off x="517675" y="185005"/>
            <a:ext cx="1139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Introduction                Fonctionnalités                Schémas blocs                Architecture                Annexes</a:t>
            </a:r>
            <a:endParaRPr lang="fr-CH" sz="2000" dirty="0"/>
          </a:p>
        </p:txBody>
      </p:sp>
    </p:spTree>
    <p:extLst>
      <p:ext uri="{BB962C8B-B14F-4D97-AF65-F5344CB8AC3E}">
        <p14:creationId xmlns:p14="http://schemas.microsoft.com/office/powerpoint/2010/main" val="21877504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0CA355-FE83-4AC9-92E7-8BD3A65AC163}">
  <we:reference id="wa200010725" version="1.0.0.1" store="en-GB" storeType="OMEX"/>
  <we:alternateReferences>
    <we:reference id="WA200010725" version="1.0.0.1" store="WA200010725" storeType="OMEX"/>
  </we:alternateReferences>
  <we:properties>
    <we:property name="claude.fileId" value="&quot;2081b407-b48a-4d3f-b690-8e51ee7021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470</Words>
  <Application>Microsoft Office PowerPoint</Application>
  <PresentationFormat>Widescreen</PresentationFormat>
  <Paragraphs>140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Thème Office</vt:lpstr>
      <vt:lpstr>Voice recorder</vt:lpstr>
      <vt:lpstr>Introduction</vt:lpstr>
      <vt:lpstr>Nouvelles fonctionnalités</vt:lpstr>
      <vt:lpstr>Schema bloc utilisateur</vt:lpstr>
      <vt:lpstr>Schema bloc fonctionnel</vt:lpstr>
      <vt:lpstr>Difficultés</vt:lpstr>
      <vt:lpstr>Architecture</vt:lpstr>
      <vt:lpstr>Erreurs prises en compte</vt:lpstr>
      <vt:lpstr>Conclusion</vt:lpstr>
      <vt:lpstr>Merci pour votre écoute !</vt:lpstr>
      <vt:lpstr>Démonstration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Luder Matthieu</dc:creator>
  <cp:lastModifiedBy>Rozier Vilardell Guilhem</cp:lastModifiedBy>
  <cp:revision>2</cp:revision>
  <dcterms:created xsi:type="dcterms:W3CDTF">2026-05-20T14:53:59Z</dcterms:created>
  <dcterms:modified xsi:type="dcterms:W3CDTF">2026-06-16T08:46:53Z</dcterms:modified>
</cp:coreProperties>
</file>